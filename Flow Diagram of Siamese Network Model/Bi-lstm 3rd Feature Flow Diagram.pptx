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6858000" cy="110156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D9C0"/>
    <a:srgbClr val="E0A9F9"/>
    <a:srgbClr val="40DCB3"/>
    <a:srgbClr val="4CE6EA"/>
    <a:srgbClr val="D892F8"/>
    <a:srgbClr val="D281F7"/>
    <a:srgbClr val="C592DA"/>
    <a:srgbClr val="CA80C8"/>
    <a:srgbClr val="3FA77D"/>
    <a:srgbClr val="4AB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4660"/>
  </p:normalViewPr>
  <p:slideViewPr>
    <p:cSldViewPr snapToGrid="0">
      <p:cViewPr>
        <p:scale>
          <a:sx n="100" d="100"/>
          <a:sy n="100" d="100"/>
        </p:scale>
        <p:origin x="1064" y="-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802795"/>
            <a:ext cx="5829300" cy="383508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785774"/>
            <a:ext cx="5143500" cy="2659568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418C0-8B15-4AD9-9E0D-E70239F17494}" type="datetimeFigureOut">
              <a:rPr lang="en-IN" smtClean="0"/>
              <a:t>23-08-2020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3EA2-68F3-42FF-B975-448EA9CDB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345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418C0-8B15-4AD9-9E0D-E70239F17494}" type="datetimeFigureOut">
              <a:rPr lang="en-IN" smtClean="0"/>
              <a:t>23-08-2020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3EA2-68F3-42FF-B975-448EA9CDB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784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746269"/>
            <a:ext cx="5915025" cy="458220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7371828"/>
            <a:ext cx="5915025" cy="240967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418C0-8B15-4AD9-9E0D-E70239F17494}" type="datetimeFigureOut">
              <a:rPr lang="en-IN" smtClean="0"/>
              <a:t>23-08-2020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3EA2-68F3-42FF-B975-448EA9CDB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835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932410"/>
            <a:ext cx="2914650" cy="69893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932410"/>
            <a:ext cx="2914650" cy="69893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418C0-8B15-4AD9-9E0D-E70239F17494}" type="datetimeFigureOut">
              <a:rPr lang="en-IN" smtClean="0"/>
              <a:t>23-08-2020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3EA2-68F3-42FF-B975-448EA9CDB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712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86484"/>
            <a:ext cx="5915025" cy="212918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700368"/>
            <a:ext cx="2901255" cy="132340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023777"/>
            <a:ext cx="2901255" cy="591837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700368"/>
            <a:ext cx="2915543" cy="132340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023777"/>
            <a:ext cx="2915543" cy="591837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418C0-8B15-4AD9-9E0D-E70239F17494}" type="datetimeFigureOut">
              <a:rPr lang="en-IN" smtClean="0"/>
              <a:t>23-08-2020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3EA2-68F3-42FF-B975-448EA9CDB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364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418C0-8B15-4AD9-9E0D-E70239F17494}" type="datetimeFigureOut">
              <a:rPr lang="en-IN" smtClean="0"/>
              <a:t>23-08-2020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3EA2-68F3-42FF-B975-448EA9CDB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423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418C0-8B15-4AD9-9E0D-E70239F17494}" type="datetimeFigureOut">
              <a:rPr lang="en-IN" smtClean="0"/>
              <a:t>23-08-2020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3EA2-68F3-42FF-B975-448EA9CDB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555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734378"/>
            <a:ext cx="2211884" cy="25703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586054"/>
            <a:ext cx="3471863" cy="782826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304699"/>
            <a:ext cx="2211884" cy="61223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418C0-8B15-4AD9-9E0D-E70239F17494}" type="datetimeFigureOut">
              <a:rPr lang="en-IN" smtClean="0"/>
              <a:t>23-08-2020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3EA2-68F3-42FF-B975-448EA9CDB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60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734378"/>
            <a:ext cx="2211884" cy="25703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586054"/>
            <a:ext cx="3471863" cy="782826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304699"/>
            <a:ext cx="2211884" cy="61223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418C0-8B15-4AD9-9E0D-E70239F17494}" type="datetimeFigureOut">
              <a:rPr lang="en-IN" smtClean="0"/>
              <a:t>23-08-2020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3EA2-68F3-42FF-B975-448EA9CDB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223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418C0-8B15-4AD9-9E0D-E70239F17494}" type="datetimeFigureOut">
              <a:rPr lang="en-IN" smtClean="0"/>
              <a:t>23-08-2020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3EA2-68F3-42FF-B975-448EA9CDB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129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86482"/>
            <a:ext cx="1478756" cy="93352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86482"/>
            <a:ext cx="4350544" cy="933526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418C0-8B15-4AD9-9E0D-E70239F17494}" type="datetimeFigureOut">
              <a:rPr lang="en-IN" smtClean="0"/>
              <a:t>23-08-2020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13EA2-68F3-42FF-B975-448EA9CDB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91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86484"/>
            <a:ext cx="5915025" cy="21291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932410"/>
            <a:ext cx="5915025" cy="6989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0209890"/>
            <a:ext cx="1543050" cy="5864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418C0-8B15-4AD9-9E0D-E70239F17494}" type="datetimeFigureOut">
              <a:rPr lang="en-IN" smtClean="0"/>
              <a:t>23-08-2020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0209890"/>
            <a:ext cx="2314575" cy="5864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0209890"/>
            <a:ext cx="1543050" cy="5864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13EA2-68F3-42FF-B975-448EA9CDB3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173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lowchart: Magnetic Disk 60"/>
          <p:cNvSpPr/>
          <p:nvPr/>
        </p:nvSpPr>
        <p:spPr>
          <a:xfrm>
            <a:off x="2570554" y="317379"/>
            <a:ext cx="661330" cy="250802"/>
          </a:xfrm>
          <a:prstGeom prst="flowChartMagneticDisk">
            <a:avLst/>
          </a:prstGeom>
          <a:solidFill>
            <a:srgbClr val="CCA786"/>
          </a:solidFill>
          <a:ln w="9525">
            <a:solidFill>
              <a:srgbClr val="A87546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Data set</a:t>
            </a:r>
            <a:endParaRPr lang="en-IN" sz="1100" dirty="0"/>
          </a:p>
        </p:txBody>
      </p:sp>
      <p:cxnSp>
        <p:nvCxnSpPr>
          <p:cNvPr id="62" name="Straight Arrow Connector 61"/>
          <p:cNvCxnSpPr/>
          <p:nvPr/>
        </p:nvCxnSpPr>
        <p:spPr>
          <a:xfrm flipH="1">
            <a:off x="2898507" y="571378"/>
            <a:ext cx="3174" cy="2222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1944818" y="806327"/>
            <a:ext cx="190737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H="1">
            <a:off x="3849214" y="812678"/>
            <a:ext cx="1" cy="24129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>
            <a:off x="1946536" y="812678"/>
            <a:ext cx="1" cy="24129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1929096" y="1282699"/>
            <a:ext cx="1" cy="1977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1322671" y="1492170"/>
            <a:ext cx="1212850" cy="12573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0" name="Rounded Rectangle 69"/>
          <p:cNvSpPr/>
          <p:nvPr/>
        </p:nvSpPr>
        <p:spPr>
          <a:xfrm>
            <a:off x="1380316" y="1539796"/>
            <a:ext cx="161136" cy="11620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71" name="Oval 70"/>
          <p:cNvSpPr/>
          <p:nvPr/>
        </p:nvSpPr>
        <p:spPr>
          <a:xfrm>
            <a:off x="1388362" y="1576198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2" name="Oval 71"/>
          <p:cNvSpPr/>
          <p:nvPr/>
        </p:nvSpPr>
        <p:spPr>
          <a:xfrm>
            <a:off x="1388362" y="2549250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3" name="Oval 72"/>
          <p:cNvSpPr/>
          <p:nvPr/>
        </p:nvSpPr>
        <p:spPr>
          <a:xfrm>
            <a:off x="1388362" y="1907401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4" name="Oval 73"/>
          <p:cNvSpPr/>
          <p:nvPr/>
        </p:nvSpPr>
        <p:spPr>
          <a:xfrm>
            <a:off x="1388362" y="1739959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5" name="Oval 74"/>
          <p:cNvSpPr/>
          <p:nvPr/>
        </p:nvSpPr>
        <p:spPr>
          <a:xfrm>
            <a:off x="1388362" y="2068814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6" name="Oval 75"/>
          <p:cNvSpPr/>
          <p:nvPr/>
        </p:nvSpPr>
        <p:spPr>
          <a:xfrm>
            <a:off x="1388362" y="2228216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7" name="Straight Connector 76"/>
          <p:cNvCxnSpPr>
            <a:stCxn id="76" idx="4"/>
            <a:endCxn id="72" idx="0"/>
          </p:cNvCxnSpPr>
          <p:nvPr/>
        </p:nvCxnSpPr>
        <p:spPr>
          <a:xfrm>
            <a:off x="1460882" y="2364949"/>
            <a:ext cx="0" cy="1843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1572326" y="1537925"/>
            <a:ext cx="161136" cy="11620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1" name="Oval 110"/>
          <p:cNvSpPr/>
          <p:nvPr/>
        </p:nvSpPr>
        <p:spPr>
          <a:xfrm>
            <a:off x="1580372" y="1574327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2" name="Oval 111"/>
          <p:cNvSpPr/>
          <p:nvPr/>
        </p:nvSpPr>
        <p:spPr>
          <a:xfrm>
            <a:off x="1580372" y="2547379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3" name="Oval 112"/>
          <p:cNvSpPr/>
          <p:nvPr/>
        </p:nvSpPr>
        <p:spPr>
          <a:xfrm>
            <a:off x="1580372" y="1905530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4" name="Oval 113"/>
          <p:cNvSpPr/>
          <p:nvPr/>
        </p:nvSpPr>
        <p:spPr>
          <a:xfrm>
            <a:off x="1580372" y="1738088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5" name="Oval 114"/>
          <p:cNvSpPr/>
          <p:nvPr/>
        </p:nvSpPr>
        <p:spPr>
          <a:xfrm>
            <a:off x="1580372" y="2066943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6" name="Oval 115"/>
          <p:cNvSpPr/>
          <p:nvPr/>
        </p:nvSpPr>
        <p:spPr>
          <a:xfrm>
            <a:off x="1580372" y="2226345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7" name="Straight Connector 116"/>
          <p:cNvCxnSpPr>
            <a:stCxn id="116" idx="4"/>
            <a:endCxn id="112" idx="0"/>
          </p:cNvCxnSpPr>
          <p:nvPr/>
        </p:nvCxnSpPr>
        <p:spPr>
          <a:xfrm>
            <a:off x="1652892" y="2363078"/>
            <a:ext cx="0" cy="1843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ounded Rectangle 117"/>
          <p:cNvSpPr/>
          <p:nvPr/>
        </p:nvSpPr>
        <p:spPr>
          <a:xfrm>
            <a:off x="1768285" y="1537925"/>
            <a:ext cx="161136" cy="11620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19" name="Oval 118"/>
          <p:cNvSpPr/>
          <p:nvPr/>
        </p:nvSpPr>
        <p:spPr>
          <a:xfrm>
            <a:off x="1776331" y="1574327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0" name="Oval 119"/>
          <p:cNvSpPr/>
          <p:nvPr/>
        </p:nvSpPr>
        <p:spPr>
          <a:xfrm>
            <a:off x="1776331" y="2547379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1" name="Oval 120"/>
          <p:cNvSpPr/>
          <p:nvPr/>
        </p:nvSpPr>
        <p:spPr>
          <a:xfrm>
            <a:off x="1776331" y="1905530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2" name="Oval 121"/>
          <p:cNvSpPr/>
          <p:nvPr/>
        </p:nvSpPr>
        <p:spPr>
          <a:xfrm>
            <a:off x="1776331" y="1738088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3" name="Oval 122"/>
          <p:cNvSpPr/>
          <p:nvPr/>
        </p:nvSpPr>
        <p:spPr>
          <a:xfrm>
            <a:off x="1776331" y="2066943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4" name="Oval 123"/>
          <p:cNvSpPr/>
          <p:nvPr/>
        </p:nvSpPr>
        <p:spPr>
          <a:xfrm>
            <a:off x="1776331" y="2226345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25" name="Straight Connector 124"/>
          <p:cNvCxnSpPr>
            <a:stCxn id="124" idx="4"/>
            <a:endCxn id="120" idx="0"/>
          </p:cNvCxnSpPr>
          <p:nvPr/>
        </p:nvCxnSpPr>
        <p:spPr>
          <a:xfrm>
            <a:off x="1848851" y="2363078"/>
            <a:ext cx="0" cy="1843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2317303" y="1537925"/>
            <a:ext cx="161136" cy="11620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27" name="Oval 126"/>
          <p:cNvSpPr/>
          <p:nvPr/>
        </p:nvSpPr>
        <p:spPr>
          <a:xfrm>
            <a:off x="2325349" y="1574327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8" name="Oval 127"/>
          <p:cNvSpPr/>
          <p:nvPr/>
        </p:nvSpPr>
        <p:spPr>
          <a:xfrm>
            <a:off x="2325349" y="2547379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9" name="Oval 128"/>
          <p:cNvSpPr/>
          <p:nvPr/>
        </p:nvSpPr>
        <p:spPr>
          <a:xfrm>
            <a:off x="2325349" y="1905530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0" name="Oval 129"/>
          <p:cNvSpPr/>
          <p:nvPr/>
        </p:nvSpPr>
        <p:spPr>
          <a:xfrm>
            <a:off x="2325349" y="1738088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1" name="Oval 130"/>
          <p:cNvSpPr/>
          <p:nvPr/>
        </p:nvSpPr>
        <p:spPr>
          <a:xfrm>
            <a:off x="2325349" y="2066943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2" name="Oval 131"/>
          <p:cNvSpPr/>
          <p:nvPr/>
        </p:nvSpPr>
        <p:spPr>
          <a:xfrm>
            <a:off x="2325349" y="2226345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33" name="Straight Connector 132"/>
          <p:cNvCxnSpPr>
            <a:stCxn id="132" idx="4"/>
            <a:endCxn id="128" idx="0"/>
          </p:cNvCxnSpPr>
          <p:nvPr/>
        </p:nvCxnSpPr>
        <p:spPr>
          <a:xfrm>
            <a:off x="2397869" y="2363078"/>
            <a:ext cx="0" cy="1843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ounded Rectangle 133"/>
          <p:cNvSpPr/>
          <p:nvPr/>
        </p:nvSpPr>
        <p:spPr>
          <a:xfrm>
            <a:off x="1960208" y="1537925"/>
            <a:ext cx="161136" cy="11620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35" name="Oval 134"/>
          <p:cNvSpPr/>
          <p:nvPr/>
        </p:nvSpPr>
        <p:spPr>
          <a:xfrm>
            <a:off x="1968254" y="1574327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6" name="Oval 135"/>
          <p:cNvSpPr/>
          <p:nvPr/>
        </p:nvSpPr>
        <p:spPr>
          <a:xfrm>
            <a:off x="1968254" y="2547379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7" name="Oval 136"/>
          <p:cNvSpPr/>
          <p:nvPr/>
        </p:nvSpPr>
        <p:spPr>
          <a:xfrm>
            <a:off x="1968254" y="1905530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8" name="Oval 137"/>
          <p:cNvSpPr/>
          <p:nvPr/>
        </p:nvSpPr>
        <p:spPr>
          <a:xfrm>
            <a:off x="1968254" y="1738088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9" name="Oval 138"/>
          <p:cNvSpPr/>
          <p:nvPr/>
        </p:nvSpPr>
        <p:spPr>
          <a:xfrm>
            <a:off x="1968254" y="2066943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0" name="Oval 139"/>
          <p:cNvSpPr/>
          <p:nvPr/>
        </p:nvSpPr>
        <p:spPr>
          <a:xfrm>
            <a:off x="1968254" y="2226345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41" name="Straight Connector 140"/>
          <p:cNvCxnSpPr>
            <a:stCxn id="140" idx="4"/>
            <a:endCxn id="136" idx="0"/>
          </p:cNvCxnSpPr>
          <p:nvPr/>
        </p:nvCxnSpPr>
        <p:spPr>
          <a:xfrm>
            <a:off x="2040774" y="2363078"/>
            <a:ext cx="0" cy="1843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>
            <a:off x="2129390" y="2042263"/>
            <a:ext cx="187913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/>
          <p:nvPr/>
        </p:nvCxnSpPr>
        <p:spPr>
          <a:xfrm flipH="1">
            <a:off x="3846884" y="1282699"/>
            <a:ext cx="1" cy="1977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3231884" y="1492170"/>
            <a:ext cx="1212850" cy="12573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47" name="Rounded Rectangle 146"/>
          <p:cNvSpPr/>
          <p:nvPr/>
        </p:nvSpPr>
        <p:spPr>
          <a:xfrm>
            <a:off x="3289529" y="1539796"/>
            <a:ext cx="161136" cy="11620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48" name="Oval 147"/>
          <p:cNvSpPr/>
          <p:nvPr/>
        </p:nvSpPr>
        <p:spPr>
          <a:xfrm>
            <a:off x="3297575" y="1576198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9" name="Oval 148"/>
          <p:cNvSpPr/>
          <p:nvPr/>
        </p:nvSpPr>
        <p:spPr>
          <a:xfrm>
            <a:off x="3297575" y="2549250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0" name="Oval 149"/>
          <p:cNvSpPr/>
          <p:nvPr/>
        </p:nvSpPr>
        <p:spPr>
          <a:xfrm>
            <a:off x="3297575" y="1907401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1" name="Oval 150"/>
          <p:cNvSpPr/>
          <p:nvPr/>
        </p:nvSpPr>
        <p:spPr>
          <a:xfrm>
            <a:off x="3297575" y="1739959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2" name="Oval 151"/>
          <p:cNvSpPr/>
          <p:nvPr/>
        </p:nvSpPr>
        <p:spPr>
          <a:xfrm>
            <a:off x="3297575" y="2068814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3" name="Oval 152"/>
          <p:cNvSpPr/>
          <p:nvPr/>
        </p:nvSpPr>
        <p:spPr>
          <a:xfrm>
            <a:off x="3297575" y="2228216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54" name="Straight Connector 153"/>
          <p:cNvCxnSpPr>
            <a:stCxn id="153" idx="4"/>
            <a:endCxn id="149" idx="0"/>
          </p:cNvCxnSpPr>
          <p:nvPr/>
        </p:nvCxnSpPr>
        <p:spPr>
          <a:xfrm>
            <a:off x="3370095" y="2364949"/>
            <a:ext cx="0" cy="1843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ounded Rectangle 154"/>
          <p:cNvSpPr/>
          <p:nvPr/>
        </p:nvSpPr>
        <p:spPr>
          <a:xfrm>
            <a:off x="3481539" y="1537925"/>
            <a:ext cx="161136" cy="11620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56" name="Oval 155"/>
          <p:cNvSpPr/>
          <p:nvPr/>
        </p:nvSpPr>
        <p:spPr>
          <a:xfrm>
            <a:off x="3489585" y="1574327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7" name="Oval 156"/>
          <p:cNvSpPr/>
          <p:nvPr/>
        </p:nvSpPr>
        <p:spPr>
          <a:xfrm>
            <a:off x="3489585" y="2547379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8" name="Oval 157"/>
          <p:cNvSpPr/>
          <p:nvPr/>
        </p:nvSpPr>
        <p:spPr>
          <a:xfrm>
            <a:off x="3489585" y="1905530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9" name="Oval 158"/>
          <p:cNvSpPr/>
          <p:nvPr/>
        </p:nvSpPr>
        <p:spPr>
          <a:xfrm>
            <a:off x="3489585" y="1738088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0" name="Oval 159"/>
          <p:cNvSpPr/>
          <p:nvPr/>
        </p:nvSpPr>
        <p:spPr>
          <a:xfrm>
            <a:off x="3489585" y="2066943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1" name="Oval 160"/>
          <p:cNvSpPr/>
          <p:nvPr/>
        </p:nvSpPr>
        <p:spPr>
          <a:xfrm>
            <a:off x="3489585" y="2226345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62" name="Straight Connector 161"/>
          <p:cNvCxnSpPr>
            <a:stCxn id="161" idx="4"/>
            <a:endCxn id="157" idx="0"/>
          </p:cNvCxnSpPr>
          <p:nvPr/>
        </p:nvCxnSpPr>
        <p:spPr>
          <a:xfrm>
            <a:off x="3562105" y="2363078"/>
            <a:ext cx="0" cy="1843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ounded Rectangle 162"/>
          <p:cNvSpPr/>
          <p:nvPr/>
        </p:nvSpPr>
        <p:spPr>
          <a:xfrm>
            <a:off x="3677498" y="1537925"/>
            <a:ext cx="161136" cy="11620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64" name="Oval 163"/>
          <p:cNvSpPr/>
          <p:nvPr/>
        </p:nvSpPr>
        <p:spPr>
          <a:xfrm>
            <a:off x="3685544" y="1574327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5" name="Oval 164"/>
          <p:cNvSpPr/>
          <p:nvPr/>
        </p:nvSpPr>
        <p:spPr>
          <a:xfrm>
            <a:off x="3685544" y="2547379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6" name="Oval 165"/>
          <p:cNvSpPr/>
          <p:nvPr/>
        </p:nvSpPr>
        <p:spPr>
          <a:xfrm>
            <a:off x="3685544" y="1905530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7" name="Oval 166"/>
          <p:cNvSpPr/>
          <p:nvPr/>
        </p:nvSpPr>
        <p:spPr>
          <a:xfrm>
            <a:off x="3685544" y="1738088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8" name="Oval 167"/>
          <p:cNvSpPr/>
          <p:nvPr/>
        </p:nvSpPr>
        <p:spPr>
          <a:xfrm>
            <a:off x="3685544" y="2066943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9" name="Oval 168"/>
          <p:cNvSpPr/>
          <p:nvPr/>
        </p:nvSpPr>
        <p:spPr>
          <a:xfrm>
            <a:off x="3685544" y="2226345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70" name="Straight Connector 169"/>
          <p:cNvCxnSpPr>
            <a:stCxn id="169" idx="4"/>
            <a:endCxn id="165" idx="0"/>
          </p:cNvCxnSpPr>
          <p:nvPr/>
        </p:nvCxnSpPr>
        <p:spPr>
          <a:xfrm>
            <a:off x="3758064" y="2363078"/>
            <a:ext cx="0" cy="1843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ounded Rectangle 170"/>
          <p:cNvSpPr/>
          <p:nvPr/>
        </p:nvSpPr>
        <p:spPr>
          <a:xfrm>
            <a:off x="4226516" y="1537925"/>
            <a:ext cx="161136" cy="11620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72" name="Oval 171"/>
          <p:cNvSpPr/>
          <p:nvPr/>
        </p:nvSpPr>
        <p:spPr>
          <a:xfrm>
            <a:off x="4234562" y="1574327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3" name="Oval 172"/>
          <p:cNvSpPr/>
          <p:nvPr/>
        </p:nvSpPr>
        <p:spPr>
          <a:xfrm>
            <a:off x="4234562" y="2547379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4" name="Oval 173"/>
          <p:cNvSpPr/>
          <p:nvPr/>
        </p:nvSpPr>
        <p:spPr>
          <a:xfrm>
            <a:off x="4234562" y="1905530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5" name="Oval 174"/>
          <p:cNvSpPr/>
          <p:nvPr/>
        </p:nvSpPr>
        <p:spPr>
          <a:xfrm>
            <a:off x="4234562" y="1738088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6" name="Oval 175"/>
          <p:cNvSpPr/>
          <p:nvPr/>
        </p:nvSpPr>
        <p:spPr>
          <a:xfrm>
            <a:off x="4234562" y="2066943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7" name="Oval 176"/>
          <p:cNvSpPr/>
          <p:nvPr/>
        </p:nvSpPr>
        <p:spPr>
          <a:xfrm>
            <a:off x="4234562" y="2226345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78" name="Straight Connector 177"/>
          <p:cNvCxnSpPr>
            <a:stCxn id="177" idx="4"/>
            <a:endCxn id="173" idx="0"/>
          </p:cNvCxnSpPr>
          <p:nvPr/>
        </p:nvCxnSpPr>
        <p:spPr>
          <a:xfrm>
            <a:off x="4307082" y="2363078"/>
            <a:ext cx="0" cy="1843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ounded Rectangle 178"/>
          <p:cNvSpPr/>
          <p:nvPr/>
        </p:nvSpPr>
        <p:spPr>
          <a:xfrm>
            <a:off x="3869421" y="1537925"/>
            <a:ext cx="161136" cy="11620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180" name="Oval 179"/>
          <p:cNvSpPr/>
          <p:nvPr/>
        </p:nvSpPr>
        <p:spPr>
          <a:xfrm>
            <a:off x="3877467" y="1574327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1" name="Oval 180"/>
          <p:cNvSpPr/>
          <p:nvPr/>
        </p:nvSpPr>
        <p:spPr>
          <a:xfrm>
            <a:off x="3877467" y="2547379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2" name="Oval 181"/>
          <p:cNvSpPr/>
          <p:nvPr/>
        </p:nvSpPr>
        <p:spPr>
          <a:xfrm>
            <a:off x="3877467" y="1905530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3" name="Oval 182"/>
          <p:cNvSpPr/>
          <p:nvPr/>
        </p:nvSpPr>
        <p:spPr>
          <a:xfrm>
            <a:off x="3877467" y="1738088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4" name="Oval 183"/>
          <p:cNvSpPr/>
          <p:nvPr/>
        </p:nvSpPr>
        <p:spPr>
          <a:xfrm>
            <a:off x="3877467" y="2066943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5" name="Oval 184"/>
          <p:cNvSpPr/>
          <p:nvPr/>
        </p:nvSpPr>
        <p:spPr>
          <a:xfrm>
            <a:off x="3877467" y="2226345"/>
            <a:ext cx="145041" cy="1367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86" name="Straight Connector 185"/>
          <p:cNvCxnSpPr>
            <a:stCxn id="185" idx="4"/>
            <a:endCxn id="181" idx="0"/>
          </p:cNvCxnSpPr>
          <p:nvPr/>
        </p:nvCxnSpPr>
        <p:spPr>
          <a:xfrm>
            <a:off x="3949987" y="2363078"/>
            <a:ext cx="0" cy="1843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>
            <a:off x="4038603" y="2042263"/>
            <a:ext cx="187913" cy="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ounded Rectangle 196"/>
          <p:cNvSpPr/>
          <p:nvPr/>
        </p:nvSpPr>
        <p:spPr>
          <a:xfrm>
            <a:off x="1541452" y="1060327"/>
            <a:ext cx="781911" cy="216022"/>
          </a:xfrm>
          <a:prstGeom prst="roundRect">
            <a:avLst/>
          </a:prstGeom>
          <a:solidFill>
            <a:srgbClr val="90BDF8"/>
          </a:solidFill>
          <a:ln>
            <a:solidFill>
              <a:srgbClr val="0F70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question1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201" name="Cube 200"/>
          <p:cNvSpPr/>
          <p:nvPr/>
        </p:nvSpPr>
        <p:spPr>
          <a:xfrm>
            <a:off x="219145" y="1400611"/>
            <a:ext cx="836789" cy="523969"/>
          </a:xfrm>
          <a:prstGeom prst="cube">
            <a:avLst/>
          </a:prstGeom>
          <a:solidFill>
            <a:srgbClr val="935AB2">
              <a:alpha val="42353"/>
            </a:srgbClr>
          </a:solidFill>
          <a:ln>
            <a:solidFill>
              <a:srgbClr val="935AB2">
                <a:alpha val="87059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>
                <a:solidFill>
                  <a:schemeClr val="tx1"/>
                </a:solidFill>
              </a:rPr>
              <a:t>Glove Word Embedding</a:t>
            </a:r>
            <a:endParaRPr lang="en-IN" sz="800" b="1" dirty="0">
              <a:solidFill>
                <a:schemeClr val="tx1"/>
              </a:solidFill>
            </a:endParaRPr>
          </a:p>
        </p:txBody>
      </p:sp>
      <p:sp>
        <p:nvSpPr>
          <p:cNvPr id="204" name="Cube 203"/>
          <p:cNvSpPr/>
          <p:nvPr/>
        </p:nvSpPr>
        <p:spPr>
          <a:xfrm>
            <a:off x="4723673" y="1400611"/>
            <a:ext cx="836789" cy="523969"/>
          </a:xfrm>
          <a:prstGeom prst="cube">
            <a:avLst/>
          </a:prstGeom>
          <a:solidFill>
            <a:srgbClr val="935AB2">
              <a:alpha val="42353"/>
            </a:srgbClr>
          </a:solidFill>
          <a:ln>
            <a:solidFill>
              <a:srgbClr val="935AB2">
                <a:alpha val="87059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>
                <a:solidFill>
                  <a:schemeClr val="tx1"/>
                </a:solidFill>
              </a:rPr>
              <a:t>Glove Word Embedding</a:t>
            </a:r>
            <a:endParaRPr lang="en-IN" sz="800" b="1" dirty="0">
              <a:solidFill>
                <a:schemeClr val="tx1"/>
              </a:solidFill>
            </a:endParaRPr>
          </a:p>
        </p:txBody>
      </p:sp>
      <p:cxnSp>
        <p:nvCxnSpPr>
          <p:cNvPr id="206" name="Elbow Connector 205"/>
          <p:cNvCxnSpPr>
            <a:stCxn id="201" idx="3"/>
          </p:cNvCxnSpPr>
          <p:nvPr/>
        </p:nvCxnSpPr>
        <p:spPr>
          <a:xfrm rot="16200000" flipH="1">
            <a:off x="796475" y="1700148"/>
            <a:ext cx="301765" cy="75062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Elbow Connector 207"/>
          <p:cNvCxnSpPr>
            <a:stCxn id="204" idx="3"/>
          </p:cNvCxnSpPr>
          <p:nvPr/>
        </p:nvCxnSpPr>
        <p:spPr>
          <a:xfrm rot="5400000">
            <a:off x="4609771" y="1759544"/>
            <a:ext cx="301765" cy="63183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/>
          <p:cNvSpPr txBox="1"/>
          <p:nvPr/>
        </p:nvSpPr>
        <p:spPr>
          <a:xfrm>
            <a:off x="266249" y="2210508"/>
            <a:ext cx="12603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 smtClean="0"/>
              <a:t>Pretrained</a:t>
            </a:r>
            <a:r>
              <a:rPr lang="en-US" sz="900" dirty="0" smtClean="0"/>
              <a:t> weights</a:t>
            </a:r>
            <a:endParaRPr lang="en-IN" sz="900" dirty="0"/>
          </a:p>
        </p:txBody>
      </p:sp>
      <p:sp>
        <p:nvSpPr>
          <p:cNvPr id="210" name="TextBox 209"/>
          <p:cNvSpPr txBox="1"/>
          <p:nvPr/>
        </p:nvSpPr>
        <p:spPr>
          <a:xfrm>
            <a:off x="4445772" y="2210508"/>
            <a:ext cx="13906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 smtClean="0"/>
              <a:t>Pretrained</a:t>
            </a:r>
            <a:r>
              <a:rPr lang="en-US" sz="900" dirty="0" smtClean="0"/>
              <a:t> weights</a:t>
            </a:r>
            <a:endParaRPr lang="en-IN" sz="900" dirty="0"/>
          </a:p>
        </p:txBody>
      </p:sp>
      <p:sp>
        <p:nvSpPr>
          <p:cNvPr id="211" name="Rounded Rectangle 210"/>
          <p:cNvSpPr/>
          <p:nvPr/>
        </p:nvSpPr>
        <p:spPr>
          <a:xfrm>
            <a:off x="3455928" y="1058799"/>
            <a:ext cx="781911" cy="216022"/>
          </a:xfrm>
          <a:prstGeom prst="roundRect">
            <a:avLst/>
          </a:prstGeom>
          <a:solidFill>
            <a:srgbClr val="90BDF8"/>
          </a:solidFill>
          <a:ln>
            <a:solidFill>
              <a:srgbClr val="0F70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 smtClean="0">
                <a:solidFill>
                  <a:schemeClr val="tx1"/>
                </a:solidFill>
              </a:rPr>
              <a:t>question2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212" name="Rounded Rectangle 211"/>
          <p:cNvSpPr/>
          <p:nvPr/>
        </p:nvSpPr>
        <p:spPr>
          <a:xfrm>
            <a:off x="1156941" y="2958857"/>
            <a:ext cx="1528860" cy="347053"/>
          </a:xfrm>
          <a:prstGeom prst="roundRect">
            <a:avLst/>
          </a:prstGeom>
          <a:solidFill>
            <a:srgbClr val="9EC4CE"/>
          </a:solidFill>
          <a:ln>
            <a:solidFill>
              <a:srgbClr val="559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tx1"/>
                </a:solidFill>
              </a:rPr>
              <a:t>Embedded sentence representation</a:t>
            </a:r>
            <a:endParaRPr lang="en-IN" sz="1000" dirty="0">
              <a:solidFill>
                <a:schemeClr val="tx1"/>
              </a:solidFill>
            </a:endParaRPr>
          </a:p>
        </p:txBody>
      </p:sp>
      <p:cxnSp>
        <p:nvCxnSpPr>
          <p:cNvPr id="213" name="Straight Arrow Connector 212"/>
          <p:cNvCxnSpPr/>
          <p:nvPr/>
        </p:nvCxnSpPr>
        <p:spPr>
          <a:xfrm flipH="1">
            <a:off x="1921371" y="2742759"/>
            <a:ext cx="1" cy="1977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/>
          <p:cNvCxnSpPr/>
          <p:nvPr/>
        </p:nvCxnSpPr>
        <p:spPr>
          <a:xfrm flipH="1">
            <a:off x="3830584" y="2751008"/>
            <a:ext cx="1" cy="1977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Rounded Rectangle 214"/>
          <p:cNvSpPr/>
          <p:nvPr/>
        </p:nvSpPr>
        <p:spPr>
          <a:xfrm>
            <a:off x="3082453" y="2966819"/>
            <a:ext cx="1528860" cy="347053"/>
          </a:xfrm>
          <a:prstGeom prst="roundRect">
            <a:avLst/>
          </a:prstGeom>
          <a:solidFill>
            <a:srgbClr val="9EC4CE"/>
          </a:solidFill>
          <a:ln>
            <a:solidFill>
              <a:srgbClr val="5599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 smtClean="0">
                <a:solidFill>
                  <a:schemeClr val="tx1"/>
                </a:solidFill>
              </a:rPr>
              <a:t>Embedded sentence representation</a:t>
            </a:r>
            <a:endParaRPr lang="en-IN" sz="1000" dirty="0">
              <a:solidFill>
                <a:schemeClr val="tx1"/>
              </a:solidFill>
            </a:endParaRPr>
          </a:p>
        </p:txBody>
      </p:sp>
      <p:cxnSp>
        <p:nvCxnSpPr>
          <p:cNvPr id="216" name="Straight Arrow Connector 215"/>
          <p:cNvCxnSpPr/>
          <p:nvPr/>
        </p:nvCxnSpPr>
        <p:spPr>
          <a:xfrm flipH="1">
            <a:off x="1460882" y="3305910"/>
            <a:ext cx="2" cy="2259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Rounded Rectangle 217"/>
          <p:cNvSpPr/>
          <p:nvPr/>
        </p:nvSpPr>
        <p:spPr>
          <a:xfrm>
            <a:off x="785435" y="3591186"/>
            <a:ext cx="1409220" cy="971846"/>
          </a:xfrm>
          <a:prstGeom prst="roundRect">
            <a:avLst/>
          </a:prstGeom>
          <a:solidFill>
            <a:srgbClr val="ABF9FB"/>
          </a:solidFill>
          <a:ln w="19050">
            <a:solidFill>
              <a:srgbClr val="28CECE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9" name="Straight Arrow Connector 218"/>
          <p:cNvCxnSpPr/>
          <p:nvPr/>
        </p:nvCxnSpPr>
        <p:spPr>
          <a:xfrm>
            <a:off x="682287" y="3771813"/>
            <a:ext cx="1669779" cy="15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Oval 219"/>
          <p:cNvSpPr/>
          <p:nvPr/>
        </p:nvSpPr>
        <p:spPr>
          <a:xfrm>
            <a:off x="900573" y="3706114"/>
            <a:ext cx="147221" cy="134466"/>
          </a:xfrm>
          <a:prstGeom prst="ellipse">
            <a:avLst/>
          </a:prstGeom>
          <a:solidFill>
            <a:srgbClr val="FF66C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1" name="Straight Arrow Connector 220"/>
          <p:cNvCxnSpPr/>
          <p:nvPr/>
        </p:nvCxnSpPr>
        <p:spPr>
          <a:xfrm flipV="1">
            <a:off x="675052" y="4456519"/>
            <a:ext cx="1677014" cy="65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/>
          <p:cNvCxnSpPr/>
          <p:nvPr/>
        </p:nvCxnSpPr>
        <p:spPr>
          <a:xfrm flipV="1">
            <a:off x="1476372" y="3838387"/>
            <a:ext cx="6215" cy="6074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/>
          <p:cNvCxnSpPr/>
          <p:nvPr/>
        </p:nvCxnSpPr>
        <p:spPr>
          <a:xfrm flipH="1" flipV="1">
            <a:off x="1474325" y="4095565"/>
            <a:ext cx="3306" cy="3347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Rectangle 223"/>
          <p:cNvSpPr/>
          <p:nvPr/>
        </p:nvSpPr>
        <p:spPr>
          <a:xfrm>
            <a:off x="1342034" y="4239971"/>
            <a:ext cx="292275" cy="13457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b="1" dirty="0">
              <a:solidFill>
                <a:schemeClr val="tx1"/>
              </a:solidFill>
            </a:endParaRPr>
          </a:p>
        </p:txBody>
      </p:sp>
      <p:cxnSp>
        <p:nvCxnSpPr>
          <p:cNvPr id="225" name="Straight Arrow Connector 224"/>
          <p:cNvCxnSpPr/>
          <p:nvPr/>
        </p:nvCxnSpPr>
        <p:spPr>
          <a:xfrm flipV="1">
            <a:off x="974183" y="3840582"/>
            <a:ext cx="0" cy="616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/>
          <p:cNvCxnSpPr>
            <a:endCxn id="244" idx="0"/>
          </p:cNvCxnSpPr>
          <p:nvPr/>
        </p:nvCxnSpPr>
        <p:spPr>
          <a:xfrm flipH="1">
            <a:off x="1994300" y="3769874"/>
            <a:ext cx="1825" cy="6115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Rectangle 226"/>
          <p:cNvSpPr/>
          <p:nvPr/>
        </p:nvSpPr>
        <p:spPr>
          <a:xfrm>
            <a:off x="890318" y="4246225"/>
            <a:ext cx="164979" cy="12219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832488" y="4168820"/>
            <a:ext cx="222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b="1" dirty="0" smtClean="0">
                <a:solidFill>
                  <a:schemeClr val="tx1"/>
                </a:solidFill>
              </a:rPr>
              <a:t>σ</a:t>
            </a:r>
            <a:endParaRPr lang="en-IN" sz="1200" b="1" dirty="0" smtClean="0">
              <a:solidFill>
                <a:schemeClr val="tx1"/>
              </a:solidFill>
            </a:endParaRPr>
          </a:p>
        </p:txBody>
      </p:sp>
      <p:cxnSp>
        <p:nvCxnSpPr>
          <p:cNvPr id="229" name="Straight Arrow Connector 228"/>
          <p:cNvCxnSpPr/>
          <p:nvPr/>
        </p:nvCxnSpPr>
        <p:spPr>
          <a:xfrm>
            <a:off x="1792084" y="4456519"/>
            <a:ext cx="1388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Elbow Connector 229"/>
          <p:cNvCxnSpPr>
            <a:stCxn id="260" idx="3"/>
            <a:endCxn id="249" idx="2"/>
          </p:cNvCxnSpPr>
          <p:nvPr/>
        </p:nvCxnSpPr>
        <p:spPr>
          <a:xfrm flipV="1">
            <a:off x="928556" y="4048024"/>
            <a:ext cx="483280" cy="41410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/>
          <p:cNvCxnSpPr/>
          <p:nvPr/>
        </p:nvCxnSpPr>
        <p:spPr>
          <a:xfrm>
            <a:off x="1078910" y="3770441"/>
            <a:ext cx="343074" cy="29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/>
          <p:cNvCxnSpPr/>
          <p:nvPr/>
        </p:nvCxnSpPr>
        <p:spPr>
          <a:xfrm flipV="1">
            <a:off x="2224003" y="3599742"/>
            <a:ext cx="3170" cy="8613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786919" y="3557326"/>
            <a:ext cx="66282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 smtClean="0"/>
              <a:t>Forget gate</a:t>
            </a:r>
            <a:endParaRPr lang="en-IN" sz="600" b="1" dirty="0"/>
          </a:p>
        </p:txBody>
      </p:sp>
      <p:sp>
        <p:nvSpPr>
          <p:cNvPr id="234" name="TextBox 233"/>
          <p:cNvSpPr txBox="1"/>
          <p:nvPr/>
        </p:nvSpPr>
        <p:spPr>
          <a:xfrm>
            <a:off x="1220622" y="3564936"/>
            <a:ext cx="6195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 smtClean="0"/>
              <a:t>Input gate</a:t>
            </a:r>
            <a:endParaRPr lang="en-IN" sz="600" b="1" dirty="0"/>
          </a:p>
        </p:txBody>
      </p:sp>
      <p:sp>
        <p:nvSpPr>
          <p:cNvPr id="235" name="TextBox 234"/>
          <p:cNvSpPr txBox="1"/>
          <p:nvPr/>
        </p:nvSpPr>
        <p:spPr>
          <a:xfrm>
            <a:off x="1660503" y="3597514"/>
            <a:ext cx="8164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 smtClean="0"/>
              <a:t>Output gate</a:t>
            </a:r>
            <a:endParaRPr lang="en-IN" sz="600" b="1" dirty="0"/>
          </a:p>
        </p:txBody>
      </p:sp>
      <p:sp>
        <p:nvSpPr>
          <p:cNvPr id="236" name="Rectangle 235"/>
          <p:cNvSpPr/>
          <p:nvPr/>
        </p:nvSpPr>
        <p:spPr>
          <a:xfrm>
            <a:off x="2351804" y="3711756"/>
            <a:ext cx="157534" cy="1280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2270481" y="3644274"/>
            <a:ext cx="408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 C</a:t>
            </a:r>
            <a:r>
              <a:rPr lang="en-US" sz="1000" b="1" baseline="-25000" dirty="0" smtClean="0">
                <a:solidFill>
                  <a:schemeClr val="tx1"/>
                </a:solidFill>
              </a:rPr>
              <a:t>t</a:t>
            </a:r>
            <a:endParaRPr lang="en-IN" sz="1000" b="1" dirty="0" smtClean="0">
              <a:solidFill>
                <a:schemeClr val="tx1"/>
              </a:solidFill>
            </a:endParaRPr>
          </a:p>
        </p:txBody>
      </p:sp>
      <p:cxnSp>
        <p:nvCxnSpPr>
          <p:cNvPr id="238" name="Straight Arrow Connector 237"/>
          <p:cNvCxnSpPr/>
          <p:nvPr/>
        </p:nvCxnSpPr>
        <p:spPr>
          <a:xfrm>
            <a:off x="1994300" y="3792463"/>
            <a:ext cx="0" cy="1763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/>
          <p:cNvCxnSpPr>
            <a:stCxn id="220" idx="1"/>
            <a:endCxn id="220" idx="5"/>
          </p:cNvCxnSpPr>
          <p:nvPr/>
        </p:nvCxnSpPr>
        <p:spPr>
          <a:xfrm>
            <a:off x="922133" y="3725806"/>
            <a:ext cx="104101" cy="950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/>
          <p:cNvCxnSpPr>
            <a:stCxn id="220" idx="3"/>
            <a:endCxn id="220" idx="7"/>
          </p:cNvCxnSpPr>
          <p:nvPr/>
        </p:nvCxnSpPr>
        <p:spPr>
          <a:xfrm flipV="1">
            <a:off x="922133" y="3725806"/>
            <a:ext cx="104101" cy="950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Oval 240"/>
          <p:cNvSpPr/>
          <p:nvPr/>
        </p:nvSpPr>
        <p:spPr>
          <a:xfrm>
            <a:off x="1411836" y="3713647"/>
            <a:ext cx="147221" cy="134466"/>
          </a:xfrm>
          <a:prstGeom prst="ellipse">
            <a:avLst/>
          </a:prstGeom>
          <a:solidFill>
            <a:srgbClr val="FF66C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2" name="Rectangle 241"/>
          <p:cNvSpPr/>
          <p:nvPr/>
        </p:nvSpPr>
        <p:spPr>
          <a:xfrm>
            <a:off x="1102778" y="4246225"/>
            <a:ext cx="164979" cy="12219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1044948" y="4168820"/>
            <a:ext cx="222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b="1" dirty="0" smtClean="0">
                <a:solidFill>
                  <a:schemeClr val="tx1"/>
                </a:solidFill>
              </a:rPr>
              <a:t>σ</a:t>
            </a:r>
            <a:endParaRPr lang="en-IN" sz="1200" b="1" dirty="0" smtClean="0">
              <a:solidFill>
                <a:schemeClr val="tx1"/>
              </a:solidFill>
            </a:endParaRPr>
          </a:p>
        </p:txBody>
      </p:sp>
      <p:sp>
        <p:nvSpPr>
          <p:cNvPr id="244" name="Oval 243"/>
          <p:cNvSpPr/>
          <p:nvPr/>
        </p:nvSpPr>
        <p:spPr>
          <a:xfrm>
            <a:off x="1920689" y="4381400"/>
            <a:ext cx="147221" cy="134466"/>
          </a:xfrm>
          <a:prstGeom prst="ellipse">
            <a:avLst/>
          </a:prstGeom>
          <a:solidFill>
            <a:srgbClr val="FF66C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5" name="Straight Connector 244"/>
          <p:cNvCxnSpPr>
            <a:stCxn id="244" idx="1"/>
            <a:endCxn id="244" idx="5"/>
          </p:cNvCxnSpPr>
          <p:nvPr/>
        </p:nvCxnSpPr>
        <p:spPr>
          <a:xfrm>
            <a:off x="1942249" y="4401092"/>
            <a:ext cx="104101" cy="950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/>
          <p:cNvCxnSpPr>
            <a:stCxn id="244" idx="3"/>
            <a:endCxn id="244" idx="7"/>
          </p:cNvCxnSpPr>
          <p:nvPr/>
        </p:nvCxnSpPr>
        <p:spPr>
          <a:xfrm flipV="1">
            <a:off x="1942249" y="4401092"/>
            <a:ext cx="104101" cy="950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/>
          <p:cNvCxnSpPr>
            <a:stCxn id="241" idx="0"/>
            <a:endCxn id="241" idx="4"/>
          </p:cNvCxnSpPr>
          <p:nvPr/>
        </p:nvCxnSpPr>
        <p:spPr>
          <a:xfrm>
            <a:off x="1485447" y="3713647"/>
            <a:ext cx="0" cy="1344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/>
          <p:cNvCxnSpPr>
            <a:stCxn id="241" idx="2"/>
            <a:endCxn id="241" idx="6"/>
          </p:cNvCxnSpPr>
          <p:nvPr/>
        </p:nvCxnSpPr>
        <p:spPr>
          <a:xfrm>
            <a:off x="1411836" y="3780880"/>
            <a:ext cx="147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Oval 248"/>
          <p:cNvSpPr/>
          <p:nvPr/>
        </p:nvSpPr>
        <p:spPr>
          <a:xfrm>
            <a:off x="1411836" y="3980791"/>
            <a:ext cx="147221" cy="134466"/>
          </a:xfrm>
          <a:prstGeom prst="ellipse">
            <a:avLst/>
          </a:prstGeom>
          <a:solidFill>
            <a:srgbClr val="FF66C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0" name="Straight Connector 249"/>
          <p:cNvCxnSpPr>
            <a:stCxn id="249" idx="1"/>
            <a:endCxn id="249" idx="5"/>
          </p:cNvCxnSpPr>
          <p:nvPr/>
        </p:nvCxnSpPr>
        <p:spPr>
          <a:xfrm>
            <a:off x="1433396" y="4000483"/>
            <a:ext cx="104101" cy="950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/>
          <p:cNvCxnSpPr>
            <a:stCxn id="249" idx="3"/>
            <a:endCxn id="249" idx="7"/>
          </p:cNvCxnSpPr>
          <p:nvPr/>
        </p:nvCxnSpPr>
        <p:spPr>
          <a:xfrm flipV="1">
            <a:off x="1433396" y="4000483"/>
            <a:ext cx="104101" cy="950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/>
          <p:cNvSpPr txBox="1"/>
          <p:nvPr/>
        </p:nvSpPr>
        <p:spPr>
          <a:xfrm>
            <a:off x="1267757" y="4184149"/>
            <a:ext cx="6256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 smtClean="0"/>
              <a:t>tanh</a:t>
            </a:r>
            <a:endParaRPr lang="en-IN" sz="1000" b="1" dirty="0"/>
          </a:p>
        </p:txBody>
      </p:sp>
      <p:sp>
        <p:nvSpPr>
          <p:cNvPr id="253" name="Rectangle 252"/>
          <p:cNvSpPr/>
          <p:nvPr/>
        </p:nvSpPr>
        <p:spPr>
          <a:xfrm>
            <a:off x="1866361" y="3974371"/>
            <a:ext cx="292275" cy="13457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254" name="TextBox 253"/>
          <p:cNvSpPr txBox="1"/>
          <p:nvPr/>
        </p:nvSpPr>
        <p:spPr>
          <a:xfrm>
            <a:off x="1792084" y="3918549"/>
            <a:ext cx="6256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 smtClean="0"/>
              <a:t>tanh</a:t>
            </a:r>
            <a:endParaRPr lang="en-IN" sz="1000" b="1" dirty="0"/>
          </a:p>
        </p:txBody>
      </p:sp>
      <p:sp>
        <p:nvSpPr>
          <p:cNvPr id="255" name="Rectangle 254"/>
          <p:cNvSpPr/>
          <p:nvPr/>
        </p:nvSpPr>
        <p:spPr>
          <a:xfrm>
            <a:off x="1658069" y="4389688"/>
            <a:ext cx="164979" cy="12219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1600239" y="4312283"/>
            <a:ext cx="222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b="1" dirty="0" smtClean="0">
                <a:solidFill>
                  <a:schemeClr val="tx1"/>
                </a:solidFill>
              </a:rPr>
              <a:t>σ</a:t>
            </a:r>
            <a:endParaRPr lang="en-IN" sz="1200" b="1" dirty="0" smtClean="0">
              <a:solidFill>
                <a:schemeClr val="tx1"/>
              </a:solidFill>
            </a:endParaRPr>
          </a:p>
        </p:txBody>
      </p:sp>
      <p:sp>
        <p:nvSpPr>
          <p:cNvPr id="257" name="Rectangle 256"/>
          <p:cNvSpPr/>
          <p:nvPr/>
        </p:nvSpPr>
        <p:spPr>
          <a:xfrm>
            <a:off x="552774" y="3712512"/>
            <a:ext cx="157534" cy="1280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258" name="TextBox 257"/>
          <p:cNvSpPr txBox="1"/>
          <p:nvPr/>
        </p:nvSpPr>
        <p:spPr>
          <a:xfrm>
            <a:off x="471451" y="3645030"/>
            <a:ext cx="408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C</a:t>
            </a:r>
            <a:r>
              <a:rPr lang="en-US" sz="1000" b="1" baseline="-25000" dirty="0" smtClean="0">
                <a:solidFill>
                  <a:schemeClr val="tx1"/>
                </a:solidFill>
              </a:rPr>
              <a:t>t-1</a:t>
            </a:r>
            <a:endParaRPr lang="en-IN" sz="1000" b="1" dirty="0" smtClean="0">
              <a:solidFill>
                <a:schemeClr val="tx1"/>
              </a:solidFill>
            </a:endParaRPr>
          </a:p>
        </p:txBody>
      </p:sp>
      <p:sp>
        <p:nvSpPr>
          <p:cNvPr id="259" name="Rectangle 258"/>
          <p:cNvSpPr/>
          <p:nvPr/>
        </p:nvSpPr>
        <p:spPr>
          <a:xfrm>
            <a:off x="545406" y="4391485"/>
            <a:ext cx="168461" cy="141297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260" name="TextBox 259"/>
          <p:cNvSpPr txBox="1"/>
          <p:nvPr/>
        </p:nvSpPr>
        <p:spPr>
          <a:xfrm>
            <a:off x="465692" y="4339022"/>
            <a:ext cx="462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h</a:t>
            </a:r>
            <a:r>
              <a:rPr lang="en-US" sz="1000" b="1" baseline="-25000" dirty="0" smtClean="0"/>
              <a:t>t-1</a:t>
            </a:r>
            <a:endParaRPr lang="en-IN" sz="1000" b="1" dirty="0"/>
          </a:p>
        </p:txBody>
      </p:sp>
      <p:sp>
        <p:nvSpPr>
          <p:cNvPr id="261" name="Rectangle 260"/>
          <p:cNvSpPr/>
          <p:nvPr/>
        </p:nvSpPr>
        <p:spPr>
          <a:xfrm>
            <a:off x="2359838" y="4375171"/>
            <a:ext cx="151724" cy="151276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262" name="TextBox 261"/>
          <p:cNvSpPr txBox="1"/>
          <p:nvPr/>
        </p:nvSpPr>
        <p:spPr>
          <a:xfrm>
            <a:off x="2299173" y="4322708"/>
            <a:ext cx="330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 smtClean="0"/>
              <a:t>h</a:t>
            </a:r>
            <a:r>
              <a:rPr lang="en-US" sz="1000" b="1" baseline="-25000" dirty="0" err="1" smtClean="0"/>
              <a:t>t</a:t>
            </a:r>
            <a:endParaRPr lang="en-IN" sz="1000" b="1" dirty="0"/>
          </a:p>
        </p:txBody>
      </p:sp>
      <p:sp>
        <p:nvSpPr>
          <p:cNvPr id="263" name="Rectangle 262"/>
          <p:cNvSpPr/>
          <p:nvPr/>
        </p:nvSpPr>
        <p:spPr>
          <a:xfrm>
            <a:off x="2164502" y="3457723"/>
            <a:ext cx="151724" cy="151276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2103837" y="3405260"/>
            <a:ext cx="330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 smtClean="0"/>
              <a:t>h</a:t>
            </a:r>
            <a:r>
              <a:rPr lang="en-US" sz="1000" b="1" baseline="-25000" dirty="0" err="1" smtClean="0"/>
              <a:t>t</a:t>
            </a:r>
            <a:endParaRPr lang="en-IN" sz="1000" b="1" dirty="0"/>
          </a:p>
        </p:txBody>
      </p:sp>
      <p:cxnSp>
        <p:nvCxnSpPr>
          <p:cNvPr id="268" name="Straight Arrow Connector 267"/>
          <p:cNvCxnSpPr/>
          <p:nvPr/>
        </p:nvCxnSpPr>
        <p:spPr>
          <a:xfrm flipH="1">
            <a:off x="4070954" y="3305892"/>
            <a:ext cx="2" cy="2259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Rounded Rectangle 381"/>
          <p:cNvSpPr/>
          <p:nvPr/>
        </p:nvSpPr>
        <p:spPr>
          <a:xfrm>
            <a:off x="3189847" y="3591001"/>
            <a:ext cx="1409220" cy="971846"/>
          </a:xfrm>
          <a:prstGeom prst="roundRect">
            <a:avLst/>
          </a:prstGeom>
          <a:solidFill>
            <a:srgbClr val="ABF9FB"/>
          </a:solidFill>
          <a:ln w="19050">
            <a:solidFill>
              <a:srgbClr val="28CECE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83" name="Straight Arrow Connector 382"/>
          <p:cNvCxnSpPr/>
          <p:nvPr/>
        </p:nvCxnSpPr>
        <p:spPr>
          <a:xfrm>
            <a:off x="3086699" y="3771628"/>
            <a:ext cx="1669779" cy="15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Oval 383"/>
          <p:cNvSpPr/>
          <p:nvPr/>
        </p:nvSpPr>
        <p:spPr>
          <a:xfrm>
            <a:off x="3304985" y="3705929"/>
            <a:ext cx="147221" cy="134466"/>
          </a:xfrm>
          <a:prstGeom prst="ellipse">
            <a:avLst/>
          </a:prstGeom>
          <a:solidFill>
            <a:srgbClr val="FF66C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85" name="Straight Arrow Connector 384"/>
          <p:cNvCxnSpPr/>
          <p:nvPr/>
        </p:nvCxnSpPr>
        <p:spPr>
          <a:xfrm flipV="1">
            <a:off x="3079464" y="4456334"/>
            <a:ext cx="1677014" cy="65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/>
          <p:cNvCxnSpPr/>
          <p:nvPr/>
        </p:nvCxnSpPr>
        <p:spPr>
          <a:xfrm flipV="1">
            <a:off x="3880784" y="3838202"/>
            <a:ext cx="6215" cy="6074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/>
          <p:cNvCxnSpPr/>
          <p:nvPr/>
        </p:nvCxnSpPr>
        <p:spPr>
          <a:xfrm flipH="1" flipV="1">
            <a:off x="3878737" y="4095380"/>
            <a:ext cx="3306" cy="3347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8" name="Rectangle 387"/>
          <p:cNvSpPr/>
          <p:nvPr/>
        </p:nvSpPr>
        <p:spPr>
          <a:xfrm>
            <a:off x="3746446" y="4239786"/>
            <a:ext cx="292275" cy="13457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b="1" dirty="0">
              <a:solidFill>
                <a:schemeClr val="tx1"/>
              </a:solidFill>
            </a:endParaRPr>
          </a:p>
        </p:txBody>
      </p:sp>
      <p:cxnSp>
        <p:nvCxnSpPr>
          <p:cNvPr id="389" name="Straight Arrow Connector 388"/>
          <p:cNvCxnSpPr/>
          <p:nvPr/>
        </p:nvCxnSpPr>
        <p:spPr>
          <a:xfrm flipV="1">
            <a:off x="3378595" y="3840397"/>
            <a:ext cx="0" cy="616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Arrow Connector 389"/>
          <p:cNvCxnSpPr>
            <a:endCxn id="408" idx="0"/>
          </p:cNvCxnSpPr>
          <p:nvPr/>
        </p:nvCxnSpPr>
        <p:spPr>
          <a:xfrm flipH="1">
            <a:off x="4398712" y="3769689"/>
            <a:ext cx="1825" cy="6115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Rectangle 390"/>
          <p:cNvSpPr/>
          <p:nvPr/>
        </p:nvSpPr>
        <p:spPr>
          <a:xfrm>
            <a:off x="3294730" y="4246040"/>
            <a:ext cx="164979" cy="12219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92" name="TextBox 391"/>
          <p:cNvSpPr txBox="1"/>
          <p:nvPr/>
        </p:nvSpPr>
        <p:spPr>
          <a:xfrm>
            <a:off x="3236900" y="4168635"/>
            <a:ext cx="222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b="1" dirty="0" smtClean="0">
                <a:solidFill>
                  <a:schemeClr val="tx1"/>
                </a:solidFill>
              </a:rPr>
              <a:t>σ</a:t>
            </a:r>
            <a:endParaRPr lang="en-IN" sz="1200" b="1" dirty="0" smtClean="0">
              <a:solidFill>
                <a:schemeClr val="tx1"/>
              </a:solidFill>
            </a:endParaRPr>
          </a:p>
        </p:txBody>
      </p:sp>
      <p:cxnSp>
        <p:nvCxnSpPr>
          <p:cNvPr id="393" name="Straight Arrow Connector 392"/>
          <p:cNvCxnSpPr/>
          <p:nvPr/>
        </p:nvCxnSpPr>
        <p:spPr>
          <a:xfrm>
            <a:off x="4196496" y="4456334"/>
            <a:ext cx="1388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Elbow Connector 393"/>
          <p:cNvCxnSpPr>
            <a:endCxn id="413" idx="2"/>
          </p:cNvCxnSpPr>
          <p:nvPr/>
        </p:nvCxnSpPr>
        <p:spPr>
          <a:xfrm flipV="1">
            <a:off x="3368461" y="4047839"/>
            <a:ext cx="447787" cy="41958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Arrow Connector 394"/>
          <p:cNvCxnSpPr/>
          <p:nvPr/>
        </p:nvCxnSpPr>
        <p:spPr>
          <a:xfrm>
            <a:off x="3483322" y="3770256"/>
            <a:ext cx="343074" cy="29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Arrow Connector 395"/>
          <p:cNvCxnSpPr/>
          <p:nvPr/>
        </p:nvCxnSpPr>
        <p:spPr>
          <a:xfrm flipV="1">
            <a:off x="4628415" y="3599557"/>
            <a:ext cx="3170" cy="8613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7" name="TextBox 396"/>
          <p:cNvSpPr txBox="1"/>
          <p:nvPr/>
        </p:nvSpPr>
        <p:spPr>
          <a:xfrm>
            <a:off x="3191331" y="3557141"/>
            <a:ext cx="66282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 smtClean="0"/>
              <a:t>Forget gate</a:t>
            </a:r>
            <a:endParaRPr lang="en-IN" sz="600" b="1" dirty="0"/>
          </a:p>
        </p:txBody>
      </p:sp>
      <p:sp>
        <p:nvSpPr>
          <p:cNvPr id="398" name="TextBox 397"/>
          <p:cNvSpPr txBox="1"/>
          <p:nvPr/>
        </p:nvSpPr>
        <p:spPr>
          <a:xfrm>
            <a:off x="3625034" y="3564751"/>
            <a:ext cx="61958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 smtClean="0"/>
              <a:t>Input gate</a:t>
            </a:r>
            <a:endParaRPr lang="en-IN" sz="600" b="1" dirty="0"/>
          </a:p>
        </p:txBody>
      </p:sp>
      <p:sp>
        <p:nvSpPr>
          <p:cNvPr id="399" name="TextBox 398"/>
          <p:cNvSpPr txBox="1"/>
          <p:nvPr/>
        </p:nvSpPr>
        <p:spPr>
          <a:xfrm>
            <a:off x="4064915" y="3597329"/>
            <a:ext cx="81642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 smtClean="0"/>
              <a:t>Output gate</a:t>
            </a:r>
            <a:endParaRPr lang="en-IN" sz="600" b="1" dirty="0"/>
          </a:p>
        </p:txBody>
      </p:sp>
      <p:sp>
        <p:nvSpPr>
          <p:cNvPr id="400" name="Rectangle 399"/>
          <p:cNvSpPr/>
          <p:nvPr/>
        </p:nvSpPr>
        <p:spPr>
          <a:xfrm>
            <a:off x="4756216" y="3711571"/>
            <a:ext cx="157534" cy="1280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401" name="TextBox 400"/>
          <p:cNvSpPr txBox="1"/>
          <p:nvPr/>
        </p:nvSpPr>
        <p:spPr>
          <a:xfrm>
            <a:off x="4674893" y="3621767"/>
            <a:ext cx="408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 C</a:t>
            </a:r>
            <a:r>
              <a:rPr lang="en-US" sz="1000" b="1" baseline="-25000" dirty="0" smtClean="0">
                <a:solidFill>
                  <a:schemeClr val="tx1"/>
                </a:solidFill>
              </a:rPr>
              <a:t>t</a:t>
            </a:r>
            <a:endParaRPr lang="en-IN" sz="1000" b="1" dirty="0" smtClean="0">
              <a:solidFill>
                <a:schemeClr val="tx1"/>
              </a:solidFill>
            </a:endParaRPr>
          </a:p>
        </p:txBody>
      </p:sp>
      <p:cxnSp>
        <p:nvCxnSpPr>
          <p:cNvPr id="402" name="Straight Arrow Connector 401"/>
          <p:cNvCxnSpPr/>
          <p:nvPr/>
        </p:nvCxnSpPr>
        <p:spPr>
          <a:xfrm>
            <a:off x="4398712" y="3792278"/>
            <a:ext cx="0" cy="1763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02"/>
          <p:cNvCxnSpPr>
            <a:stCxn id="384" idx="1"/>
            <a:endCxn id="384" idx="5"/>
          </p:cNvCxnSpPr>
          <p:nvPr/>
        </p:nvCxnSpPr>
        <p:spPr>
          <a:xfrm>
            <a:off x="3326545" y="3725621"/>
            <a:ext cx="104101" cy="950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Connector 403"/>
          <p:cNvCxnSpPr>
            <a:stCxn id="384" idx="3"/>
            <a:endCxn id="384" idx="7"/>
          </p:cNvCxnSpPr>
          <p:nvPr/>
        </p:nvCxnSpPr>
        <p:spPr>
          <a:xfrm flipV="1">
            <a:off x="3326545" y="3725621"/>
            <a:ext cx="104101" cy="950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Oval 404"/>
          <p:cNvSpPr/>
          <p:nvPr/>
        </p:nvSpPr>
        <p:spPr>
          <a:xfrm>
            <a:off x="3816248" y="3713462"/>
            <a:ext cx="147221" cy="134466"/>
          </a:xfrm>
          <a:prstGeom prst="ellipse">
            <a:avLst/>
          </a:prstGeom>
          <a:solidFill>
            <a:srgbClr val="FF66C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6" name="Rectangle 405"/>
          <p:cNvSpPr/>
          <p:nvPr/>
        </p:nvSpPr>
        <p:spPr>
          <a:xfrm>
            <a:off x="3507190" y="4246040"/>
            <a:ext cx="164979" cy="12219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07" name="TextBox 406"/>
          <p:cNvSpPr txBox="1"/>
          <p:nvPr/>
        </p:nvSpPr>
        <p:spPr>
          <a:xfrm>
            <a:off x="3449360" y="4168635"/>
            <a:ext cx="222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b="1" dirty="0" smtClean="0">
                <a:solidFill>
                  <a:schemeClr val="tx1"/>
                </a:solidFill>
              </a:rPr>
              <a:t>σ</a:t>
            </a:r>
            <a:endParaRPr lang="en-IN" sz="1200" b="1" dirty="0" smtClean="0">
              <a:solidFill>
                <a:schemeClr val="tx1"/>
              </a:solidFill>
            </a:endParaRPr>
          </a:p>
        </p:txBody>
      </p:sp>
      <p:sp>
        <p:nvSpPr>
          <p:cNvPr id="408" name="Oval 407"/>
          <p:cNvSpPr/>
          <p:nvPr/>
        </p:nvSpPr>
        <p:spPr>
          <a:xfrm>
            <a:off x="4325101" y="4381215"/>
            <a:ext cx="147221" cy="134466"/>
          </a:xfrm>
          <a:prstGeom prst="ellipse">
            <a:avLst/>
          </a:prstGeom>
          <a:solidFill>
            <a:srgbClr val="FF66C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09" name="Straight Connector 408"/>
          <p:cNvCxnSpPr>
            <a:stCxn id="408" idx="1"/>
            <a:endCxn id="408" idx="5"/>
          </p:cNvCxnSpPr>
          <p:nvPr/>
        </p:nvCxnSpPr>
        <p:spPr>
          <a:xfrm>
            <a:off x="4346661" y="4400907"/>
            <a:ext cx="104101" cy="950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Straight Connector 409"/>
          <p:cNvCxnSpPr>
            <a:stCxn id="408" idx="3"/>
            <a:endCxn id="408" idx="7"/>
          </p:cNvCxnSpPr>
          <p:nvPr/>
        </p:nvCxnSpPr>
        <p:spPr>
          <a:xfrm flipV="1">
            <a:off x="4346661" y="4400907"/>
            <a:ext cx="104101" cy="950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10"/>
          <p:cNvCxnSpPr>
            <a:stCxn id="405" idx="0"/>
            <a:endCxn id="405" idx="4"/>
          </p:cNvCxnSpPr>
          <p:nvPr/>
        </p:nvCxnSpPr>
        <p:spPr>
          <a:xfrm>
            <a:off x="3889859" y="3713462"/>
            <a:ext cx="0" cy="1344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/>
          <p:cNvCxnSpPr>
            <a:stCxn id="405" idx="2"/>
            <a:endCxn id="405" idx="6"/>
          </p:cNvCxnSpPr>
          <p:nvPr/>
        </p:nvCxnSpPr>
        <p:spPr>
          <a:xfrm>
            <a:off x="3816248" y="3780695"/>
            <a:ext cx="147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/>
          <p:cNvSpPr/>
          <p:nvPr/>
        </p:nvSpPr>
        <p:spPr>
          <a:xfrm>
            <a:off x="3816248" y="3980606"/>
            <a:ext cx="147221" cy="134466"/>
          </a:xfrm>
          <a:prstGeom prst="ellipse">
            <a:avLst/>
          </a:prstGeom>
          <a:solidFill>
            <a:srgbClr val="FF66C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14" name="Straight Connector 413"/>
          <p:cNvCxnSpPr>
            <a:stCxn id="413" idx="1"/>
            <a:endCxn id="413" idx="5"/>
          </p:cNvCxnSpPr>
          <p:nvPr/>
        </p:nvCxnSpPr>
        <p:spPr>
          <a:xfrm>
            <a:off x="3837808" y="4000298"/>
            <a:ext cx="104101" cy="950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/>
          <p:cNvCxnSpPr>
            <a:stCxn id="413" idx="3"/>
            <a:endCxn id="413" idx="7"/>
          </p:cNvCxnSpPr>
          <p:nvPr/>
        </p:nvCxnSpPr>
        <p:spPr>
          <a:xfrm flipV="1">
            <a:off x="3837808" y="4000298"/>
            <a:ext cx="104101" cy="950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TextBox 415"/>
          <p:cNvSpPr txBox="1"/>
          <p:nvPr/>
        </p:nvSpPr>
        <p:spPr>
          <a:xfrm>
            <a:off x="3672169" y="4183964"/>
            <a:ext cx="6256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 smtClean="0"/>
              <a:t>tanh</a:t>
            </a:r>
            <a:endParaRPr lang="en-IN" sz="1000" b="1" dirty="0"/>
          </a:p>
        </p:txBody>
      </p:sp>
      <p:sp>
        <p:nvSpPr>
          <p:cNvPr id="417" name="Rectangle 416"/>
          <p:cNvSpPr/>
          <p:nvPr/>
        </p:nvSpPr>
        <p:spPr>
          <a:xfrm>
            <a:off x="4270773" y="3974186"/>
            <a:ext cx="292275" cy="13457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b="1" dirty="0">
              <a:solidFill>
                <a:schemeClr val="tx1"/>
              </a:solidFill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4196496" y="3918364"/>
            <a:ext cx="6256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 smtClean="0"/>
              <a:t>tanh</a:t>
            </a:r>
            <a:endParaRPr lang="en-IN" sz="1000" b="1" dirty="0"/>
          </a:p>
        </p:txBody>
      </p:sp>
      <p:sp>
        <p:nvSpPr>
          <p:cNvPr id="419" name="Rectangle 418"/>
          <p:cNvSpPr/>
          <p:nvPr/>
        </p:nvSpPr>
        <p:spPr>
          <a:xfrm>
            <a:off x="4062481" y="4389503"/>
            <a:ext cx="164979" cy="12219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20" name="TextBox 419"/>
          <p:cNvSpPr txBox="1"/>
          <p:nvPr/>
        </p:nvSpPr>
        <p:spPr>
          <a:xfrm>
            <a:off x="4004651" y="4312098"/>
            <a:ext cx="222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b="1" dirty="0" smtClean="0">
                <a:solidFill>
                  <a:schemeClr val="tx1"/>
                </a:solidFill>
              </a:rPr>
              <a:t>σ</a:t>
            </a:r>
            <a:endParaRPr lang="en-IN" sz="1200" b="1" dirty="0" smtClean="0">
              <a:solidFill>
                <a:schemeClr val="tx1"/>
              </a:solidFill>
            </a:endParaRPr>
          </a:p>
        </p:txBody>
      </p:sp>
      <p:sp>
        <p:nvSpPr>
          <p:cNvPr id="421" name="Rectangle 420"/>
          <p:cNvSpPr/>
          <p:nvPr/>
        </p:nvSpPr>
        <p:spPr>
          <a:xfrm>
            <a:off x="2957186" y="3712327"/>
            <a:ext cx="157534" cy="1280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422" name="TextBox 421"/>
          <p:cNvSpPr txBox="1"/>
          <p:nvPr/>
        </p:nvSpPr>
        <p:spPr>
          <a:xfrm>
            <a:off x="2875863" y="3644845"/>
            <a:ext cx="408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C</a:t>
            </a:r>
            <a:r>
              <a:rPr lang="en-US" sz="1000" b="1" baseline="-25000" dirty="0" smtClean="0">
                <a:solidFill>
                  <a:schemeClr val="tx1"/>
                </a:solidFill>
              </a:rPr>
              <a:t>t-1</a:t>
            </a:r>
            <a:endParaRPr lang="en-IN" sz="1000" b="1" dirty="0" smtClean="0">
              <a:solidFill>
                <a:schemeClr val="tx1"/>
              </a:solidFill>
            </a:endParaRPr>
          </a:p>
        </p:txBody>
      </p:sp>
      <p:sp>
        <p:nvSpPr>
          <p:cNvPr id="423" name="Rectangle 422"/>
          <p:cNvSpPr/>
          <p:nvPr/>
        </p:nvSpPr>
        <p:spPr>
          <a:xfrm>
            <a:off x="2949818" y="4391300"/>
            <a:ext cx="168461" cy="141297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2870104" y="4338837"/>
            <a:ext cx="462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h</a:t>
            </a:r>
            <a:r>
              <a:rPr lang="en-US" sz="1000" b="1" baseline="-25000" dirty="0" smtClean="0"/>
              <a:t>t-1</a:t>
            </a:r>
            <a:endParaRPr lang="en-IN" sz="1000" b="1" dirty="0"/>
          </a:p>
        </p:txBody>
      </p:sp>
      <p:sp>
        <p:nvSpPr>
          <p:cNvPr id="425" name="Rectangle 424"/>
          <p:cNvSpPr/>
          <p:nvPr/>
        </p:nvSpPr>
        <p:spPr>
          <a:xfrm>
            <a:off x="4764250" y="4374986"/>
            <a:ext cx="151724" cy="151276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426" name="TextBox 425"/>
          <p:cNvSpPr txBox="1"/>
          <p:nvPr/>
        </p:nvSpPr>
        <p:spPr>
          <a:xfrm>
            <a:off x="4703585" y="4322523"/>
            <a:ext cx="330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 smtClean="0"/>
              <a:t>h</a:t>
            </a:r>
            <a:r>
              <a:rPr lang="en-US" sz="1000" b="1" baseline="-25000" dirty="0" err="1" smtClean="0"/>
              <a:t>t</a:t>
            </a:r>
            <a:endParaRPr lang="en-IN" sz="1000" b="1" dirty="0"/>
          </a:p>
        </p:txBody>
      </p:sp>
      <p:sp>
        <p:nvSpPr>
          <p:cNvPr id="427" name="Rectangle 426"/>
          <p:cNvSpPr/>
          <p:nvPr/>
        </p:nvSpPr>
        <p:spPr>
          <a:xfrm>
            <a:off x="4568914" y="3457538"/>
            <a:ext cx="151724" cy="151276"/>
          </a:xfrm>
          <a:prstGeom prst="rect">
            <a:avLst/>
          </a:prstGeom>
          <a:solidFill>
            <a:srgbClr val="FFFFCC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428" name="TextBox 427"/>
          <p:cNvSpPr txBox="1"/>
          <p:nvPr/>
        </p:nvSpPr>
        <p:spPr>
          <a:xfrm>
            <a:off x="4508249" y="3405075"/>
            <a:ext cx="330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 smtClean="0"/>
              <a:t>h</a:t>
            </a:r>
            <a:r>
              <a:rPr lang="en-US" sz="1000" b="1" baseline="-25000" dirty="0" err="1" smtClean="0"/>
              <a:t>t</a:t>
            </a:r>
            <a:endParaRPr lang="en-IN" sz="1000" b="1" dirty="0"/>
          </a:p>
        </p:txBody>
      </p:sp>
      <p:cxnSp>
        <p:nvCxnSpPr>
          <p:cNvPr id="472" name="Straight Arrow Connector 471"/>
          <p:cNvCxnSpPr/>
          <p:nvPr/>
        </p:nvCxnSpPr>
        <p:spPr>
          <a:xfrm flipH="1">
            <a:off x="1471795" y="4564306"/>
            <a:ext cx="2" cy="2259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Arrow Connector 472"/>
          <p:cNvCxnSpPr/>
          <p:nvPr/>
        </p:nvCxnSpPr>
        <p:spPr>
          <a:xfrm flipH="1">
            <a:off x="4038601" y="4559109"/>
            <a:ext cx="2" cy="2259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5" name="Rounded Rectangle 564"/>
          <p:cNvSpPr/>
          <p:nvPr/>
        </p:nvSpPr>
        <p:spPr>
          <a:xfrm>
            <a:off x="487664" y="3379776"/>
            <a:ext cx="4471618" cy="2445123"/>
          </a:xfrm>
          <a:prstGeom prst="roundRect">
            <a:avLst/>
          </a:prstGeom>
          <a:noFill/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69" name="Straight Arrow Connector 568"/>
          <p:cNvCxnSpPr/>
          <p:nvPr/>
        </p:nvCxnSpPr>
        <p:spPr>
          <a:xfrm flipV="1">
            <a:off x="2733534" y="3457540"/>
            <a:ext cx="22554" cy="2144753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Straight Arrow Connector 572"/>
          <p:cNvCxnSpPr/>
          <p:nvPr/>
        </p:nvCxnSpPr>
        <p:spPr>
          <a:xfrm flipV="1">
            <a:off x="1044948" y="5602294"/>
            <a:ext cx="3353764" cy="635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4" name="TextBox 573"/>
          <p:cNvSpPr txBox="1"/>
          <p:nvPr/>
        </p:nvSpPr>
        <p:spPr>
          <a:xfrm>
            <a:off x="1380316" y="5578678"/>
            <a:ext cx="3114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Parallel Siamese networks with shared weights</a:t>
            </a:r>
            <a:endParaRPr lang="en-IN" sz="1000" b="1" dirty="0"/>
          </a:p>
        </p:txBody>
      </p:sp>
      <p:sp>
        <p:nvSpPr>
          <p:cNvPr id="575" name="Rounded Rectangle 574"/>
          <p:cNvSpPr/>
          <p:nvPr/>
        </p:nvSpPr>
        <p:spPr>
          <a:xfrm>
            <a:off x="2426644" y="4044912"/>
            <a:ext cx="610124" cy="117159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6" name="TextBox 575"/>
          <p:cNvSpPr txBox="1"/>
          <p:nvPr/>
        </p:nvSpPr>
        <p:spPr>
          <a:xfrm>
            <a:off x="2333701" y="3995769"/>
            <a:ext cx="11641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smtClean="0"/>
              <a:t>  Bi-</a:t>
            </a:r>
            <a:r>
              <a:rPr lang="en-US" sz="800" b="1" dirty="0" err="1" smtClean="0"/>
              <a:t>lstm</a:t>
            </a:r>
            <a:r>
              <a:rPr lang="en-US" sz="800" b="1" dirty="0" smtClean="0"/>
              <a:t> layer </a:t>
            </a:r>
            <a:endParaRPr lang="en-IN" sz="800" b="1" dirty="0"/>
          </a:p>
        </p:txBody>
      </p:sp>
      <p:sp>
        <p:nvSpPr>
          <p:cNvPr id="581" name="Rectangle 580"/>
          <p:cNvSpPr/>
          <p:nvPr/>
        </p:nvSpPr>
        <p:spPr>
          <a:xfrm>
            <a:off x="943418" y="5012096"/>
            <a:ext cx="175523" cy="341416"/>
          </a:xfrm>
          <a:prstGeom prst="rect">
            <a:avLst/>
          </a:prstGeom>
          <a:solidFill>
            <a:srgbClr val="A875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2" name="Oval 581"/>
          <p:cNvSpPr/>
          <p:nvPr/>
        </p:nvSpPr>
        <p:spPr>
          <a:xfrm>
            <a:off x="958658" y="5046071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83" name="Oval 582"/>
          <p:cNvSpPr/>
          <p:nvPr/>
        </p:nvSpPr>
        <p:spPr>
          <a:xfrm>
            <a:off x="958657" y="5199791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84" name="Rectangle 583"/>
          <p:cNvSpPr/>
          <p:nvPr/>
        </p:nvSpPr>
        <p:spPr>
          <a:xfrm>
            <a:off x="1287092" y="4808569"/>
            <a:ext cx="234950" cy="698500"/>
          </a:xfrm>
          <a:prstGeom prst="rect">
            <a:avLst/>
          </a:prstGeom>
          <a:solidFill>
            <a:srgbClr val="90BD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5" name="Oval 584"/>
          <p:cNvSpPr/>
          <p:nvPr/>
        </p:nvSpPr>
        <p:spPr>
          <a:xfrm>
            <a:off x="1319647" y="485837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86" name="Oval 585"/>
          <p:cNvSpPr/>
          <p:nvPr/>
        </p:nvSpPr>
        <p:spPr>
          <a:xfrm>
            <a:off x="1319646" y="501209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87" name="Oval 586"/>
          <p:cNvSpPr/>
          <p:nvPr/>
        </p:nvSpPr>
        <p:spPr>
          <a:xfrm>
            <a:off x="1319647" y="516581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88" name="Oval 587"/>
          <p:cNvSpPr/>
          <p:nvPr/>
        </p:nvSpPr>
        <p:spPr>
          <a:xfrm>
            <a:off x="1319646" y="531953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89" name="Rectangle 588"/>
          <p:cNvSpPr/>
          <p:nvPr/>
        </p:nvSpPr>
        <p:spPr>
          <a:xfrm>
            <a:off x="1713305" y="4808569"/>
            <a:ext cx="234950" cy="698500"/>
          </a:xfrm>
          <a:prstGeom prst="rect">
            <a:avLst/>
          </a:prstGeom>
          <a:solidFill>
            <a:srgbClr val="90BD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0" name="Oval 589"/>
          <p:cNvSpPr/>
          <p:nvPr/>
        </p:nvSpPr>
        <p:spPr>
          <a:xfrm>
            <a:off x="1745860" y="485837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91" name="Oval 590"/>
          <p:cNvSpPr/>
          <p:nvPr/>
        </p:nvSpPr>
        <p:spPr>
          <a:xfrm>
            <a:off x="1745859" y="501209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92" name="Oval 591"/>
          <p:cNvSpPr/>
          <p:nvPr/>
        </p:nvSpPr>
        <p:spPr>
          <a:xfrm>
            <a:off x="1745860" y="516581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93" name="Oval 592"/>
          <p:cNvSpPr/>
          <p:nvPr/>
        </p:nvSpPr>
        <p:spPr>
          <a:xfrm>
            <a:off x="1745859" y="531953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94" name="Oval 593"/>
          <p:cNvSpPr/>
          <p:nvPr/>
        </p:nvSpPr>
        <p:spPr>
          <a:xfrm>
            <a:off x="2120987" y="5097449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95" name="Rectangle 594"/>
          <p:cNvSpPr/>
          <p:nvPr/>
        </p:nvSpPr>
        <p:spPr>
          <a:xfrm>
            <a:off x="2092608" y="5061247"/>
            <a:ext cx="201797" cy="209135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6" name="Oval 595"/>
          <p:cNvSpPr/>
          <p:nvPr/>
        </p:nvSpPr>
        <p:spPr>
          <a:xfrm>
            <a:off x="2120370" y="5097449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597" name="Straight Connector 596"/>
          <p:cNvCxnSpPr>
            <a:stCxn id="582" idx="6"/>
            <a:endCxn id="585" idx="2"/>
          </p:cNvCxnSpPr>
          <p:nvPr/>
        </p:nvCxnSpPr>
        <p:spPr>
          <a:xfrm flipV="1">
            <a:off x="1103699" y="4926743"/>
            <a:ext cx="215948" cy="1876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Straight Connector 597"/>
          <p:cNvCxnSpPr>
            <a:stCxn id="582" idx="6"/>
            <a:endCxn id="586" idx="2"/>
          </p:cNvCxnSpPr>
          <p:nvPr/>
        </p:nvCxnSpPr>
        <p:spPr>
          <a:xfrm flipV="1">
            <a:off x="1103699" y="5080463"/>
            <a:ext cx="215947" cy="33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Straight Connector 598"/>
          <p:cNvCxnSpPr>
            <a:stCxn id="582" idx="6"/>
            <a:endCxn id="587" idx="2"/>
          </p:cNvCxnSpPr>
          <p:nvPr/>
        </p:nvCxnSpPr>
        <p:spPr>
          <a:xfrm>
            <a:off x="1103699" y="5114438"/>
            <a:ext cx="215948" cy="119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Straight Connector 599"/>
          <p:cNvCxnSpPr>
            <a:stCxn id="582" idx="6"/>
            <a:endCxn id="588" idx="2"/>
          </p:cNvCxnSpPr>
          <p:nvPr/>
        </p:nvCxnSpPr>
        <p:spPr>
          <a:xfrm>
            <a:off x="1103699" y="5114438"/>
            <a:ext cx="215947" cy="2734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Connector 600"/>
          <p:cNvCxnSpPr>
            <a:stCxn id="583" idx="6"/>
            <a:endCxn id="585" idx="2"/>
          </p:cNvCxnSpPr>
          <p:nvPr/>
        </p:nvCxnSpPr>
        <p:spPr>
          <a:xfrm flipV="1">
            <a:off x="1103698" y="4926743"/>
            <a:ext cx="215949" cy="341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Connector 601"/>
          <p:cNvCxnSpPr>
            <a:stCxn id="583" idx="6"/>
            <a:endCxn id="586" idx="2"/>
          </p:cNvCxnSpPr>
          <p:nvPr/>
        </p:nvCxnSpPr>
        <p:spPr>
          <a:xfrm flipV="1">
            <a:off x="1103698" y="5080463"/>
            <a:ext cx="215948" cy="1876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Straight Connector 602"/>
          <p:cNvCxnSpPr>
            <a:stCxn id="583" idx="6"/>
            <a:endCxn id="587" idx="2"/>
          </p:cNvCxnSpPr>
          <p:nvPr/>
        </p:nvCxnSpPr>
        <p:spPr>
          <a:xfrm flipV="1">
            <a:off x="1103698" y="5234183"/>
            <a:ext cx="215949" cy="33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4" name="Straight Connector 603"/>
          <p:cNvCxnSpPr>
            <a:stCxn id="583" idx="6"/>
            <a:endCxn id="588" idx="2"/>
          </p:cNvCxnSpPr>
          <p:nvPr/>
        </p:nvCxnSpPr>
        <p:spPr>
          <a:xfrm>
            <a:off x="1103698" y="5268158"/>
            <a:ext cx="215948" cy="119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Connector 604"/>
          <p:cNvCxnSpPr>
            <a:stCxn id="585" idx="6"/>
            <a:endCxn id="590" idx="2"/>
          </p:cNvCxnSpPr>
          <p:nvPr/>
        </p:nvCxnSpPr>
        <p:spPr>
          <a:xfrm>
            <a:off x="1464688" y="4926743"/>
            <a:ext cx="2811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Straight Connector 605"/>
          <p:cNvCxnSpPr>
            <a:endCxn id="591" idx="2"/>
          </p:cNvCxnSpPr>
          <p:nvPr/>
        </p:nvCxnSpPr>
        <p:spPr>
          <a:xfrm>
            <a:off x="1464687" y="4926743"/>
            <a:ext cx="281172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7" name="Straight Connector 606"/>
          <p:cNvCxnSpPr>
            <a:stCxn id="585" idx="6"/>
            <a:endCxn id="592" idx="2"/>
          </p:cNvCxnSpPr>
          <p:nvPr/>
        </p:nvCxnSpPr>
        <p:spPr>
          <a:xfrm>
            <a:off x="1464688" y="4926743"/>
            <a:ext cx="281172" cy="307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Straight Connector 607"/>
          <p:cNvCxnSpPr>
            <a:stCxn id="585" idx="6"/>
            <a:endCxn id="593" idx="2"/>
          </p:cNvCxnSpPr>
          <p:nvPr/>
        </p:nvCxnSpPr>
        <p:spPr>
          <a:xfrm>
            <a:off x="1464688" y="4926743"/>
            <a:ext cx="281171" cy="461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Straight Connector 608"/>
          <p:cNvCxnSpPr>
            <a:stCxn id="586" idx="6"/>
          </p:cNvCxnSpPr>
          <p:nvPr/>
        </p:nvCxnSpPr>
        <p:spPr>
          <a:xfrm flipV="1">
            <a:off x="1464687" y="4926743"/>
            <a:ext cx="281172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0" name="Straight Connector 609"/>
          <p:cNvCxnSpPr>
            <a:stCxn id="586" idx="6"/>
            <a:endCxn id="591" idx="2"/>
          </p:cNvCxnSpPr>
          <p:nvPr/>
        </p:nvCxnSpPr>
        <p:spPr>
          <a:xfrm>
            <a:off x="1464687" y="5080463"/>
            <a:ext cx="2811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/>
          <p:cNvCxnSpPr>
            <a:stCxn id="586" idx="6"/>
            <a:endCxn id="592" idx="2"/>
          </p:cNvCxnSpPr>
          <p:nvPr/>
        </p:nvCxnSpPr>
        <p:spPr>
          <a:xfrm>
            <a:off x="1464687" y="5080463"/>
            <a:ext cx="281173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611"/>
          <p:cNvCxnSpPr>
            <a:stCxn id="586" idx="6"/>
            <a:endCxn id="593" idx="2"/>
          </p:cNvCxnSpPr>
          <p:nvPr/>
        </p:nvCxnSpPr>
        <p:spPr>
          <a:xfrm>
            <a:off x="1464687" y="5080463"/>
            <a:ext cx="281172" cy="307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612"/>
          <p:cNvCxnSpPr>
            <a:stCxn id="587" idx="6"/>
            <a:endCxn id="590" idx="2"/>
          </p:cNvCxnSpPr>
          <p:nvPr/>
        </p:nvCxnSpPr>
        <p:spPr>
          <a:xfrm flipV="1">
            <a:off x="1464688" y="4926743"/>
            <a:ext cx="281172" cy="307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/>
          <p:cNvCxnSpPr>
            <a:stCxn id="587" idx="6"/>
            <a:endCxn id="591" idx="2"/>
          </p:cNvCxnSpPr>
          <p:nvPr/>
        </p:nvCxnSpPr>
        <p:spPr>
          <a:xfrm flipV="1">
            <a:off x="1464688" y="5080463"/>
            <a:ext cx="281171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Connector 614"/>
          <p:cNvCxnSpPr>
            <a:stCxn id="587" idx="6"/>
            <a:endCxn id="592" idx="2"/>
          </p:cNvCxnSpPr>
          <p:nvPr/>
        </p:nvCxnSpPr>
        <p:spPr>
          <a:xfrm>
            <a:off x="1464688" y="5234183"/>
            <a:ext cx="2811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Connector 615"/>
          <p:cNvCxnSpPr>
            <a:stCxn id="587" idx="6"/>
            <a:endCxn id="593" idx="2"/>
          </p:cNvCxnSpPr>
          <p:nvPr/>
        </p:nvCxnSpPr>
        <p:spPr>
          <a:xfrm>
            <a:off x="1464688" y="5234183"/>
            <a:ext cx="281171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616"/>
          <p:cNvCxnSpPr>
            <a:stCxn id="588" idx="6"/>
            <a:endCxn id="590" idx="2"/>
          </p:cNvCxnSpPr>
          <p:nvPr/>
        </p:nvCxnSpPr>
        <p:spPr>
          <a:xfrm flipV="1">
            <a:off x="1464687" y="4926743"/>
            <a:ext cx="281173" cy="461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617"/>
          <p:cNvCxnSpPr>
            <a:stCxn id="588" idx="6"/>
            <a:endCxn id="591" idx="2"/>
          </p:cNvCxnSpPr>
          <p:nvPr/>
        </p:nvCxnSpPr>
        <p:spPr>
          <a:xfrm flipV="1">
            <a:off x="1464687" y="5080463"/>
            <a:ext cx="281172" cy="307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Connector 618"/>
          <p:cNvCxnSpPr>
            <a:endCxn id="592" idx="2"/>
          </p:cNvCxnSpPr>
          <p:nvPr/>
        </p:nvCxnSpPr>
        <p:spPr>
          <a:xfrm flipV="1">
            <a:off x="1464687" y="5234183"/>
            <a:ext cx="281173" cy="1537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619"/>
          <p:cNvCxnSpPr>
            <a:stCxn id="588" idx="6"/>
            <a:endCxn id="593" idx="2"/>
          </p:cNvCxnSpPr>
          <p:nvPr/>
        </p:nvCxnSpPr>
        <p:spPr>
          <a:xfrm>
            <a:off x="1464687" y="5387903"/>
            <a:ext cx="2811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620"/>
          <p:cNvCxnSpPr>
            <a:stCxn id="590" idx="6"/>
            <a:endCxn id="596" idx="2"/>
          </p:cNvCxnSpPr>
          <p:nvPr/>
        </p:nvCxnSpPr>
        <p:spPr>
          <a:xfrm>
            <a:off x="1890901" y="4926743"/>
            <a:ext cx="229469" cy="2390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621"/>
          <p:cNvCxnSpPr>
            <a:stCxn id="591" idx="6"/>
            <a:endCxn id="596" idx="2"/>
          </p:cNvCxnSpPr>
          <p:nvPr/>
        </p:nvCxnSpPr>
        <p:spPr>
          <a:xfrm>
            <a:off x="1890900" y="5080463"/>
            <a:ext cx="229470" cy="853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/>
          <p:cNvCxnSpPr>
            <a:stCxn id="592" idx="6"/>
            <a:endCxn id="596" idx="2"/>
          </p:cNvCxnSpPr>
          <p:nvPr/>
        </p:nvCxnSpPr>
        <p:spPr>
          <a:xfrm flipV="1">
            <a:off x="1890901" y="5165816"/>
            <a:ext cx="229469" cy="683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623"/>
          <p:cNvCxnSpPr>
            <a:stCxn id="593" idx="6"/>
            <a:endCxn id="596" idx="2"/>
          </p:cNvCxnSpPr>
          <p:nvPr/>
        </p:nvCxnSpPr>
        <p:spPr>
          <a:xfrm flipV="1">
            <a:off x="1890900" y="5165816"/>
            <a:ext cx="229470" cy="222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5" name="Rectangle 624"/>
          <p:cNvSpPr/>
          <p:nvPr/>
        </p:nvSpPr>
        <p:spPr>
          <a:xfrm>
            <a:off x="3551240" y="4808569"/>
            <a:ext cx="234950" cy="698500"/>
          </a:xfrm>
          <a:prstGeom prst="rect">
            <a:avLst/>
          </a:prstGeom>
          <a:solidFill>
            <a:srgbClr val="90BD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6" name="Oval 625"/>
          <p:cNvSpPr/>
          <p:nvPr/>
        </p:nvSpPr>
        <p:spPr>
          <a:xfrm>
            <a:off x="3583795" y="485837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27" name="Oval 626"/>
          <p:cNvSpPr/>
          <p:nvPr/>
        </p:nvSpPr>
        <p:spPr>
          <a:xfrm>
            <a:off x="3583794" y="501209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28" name="Oval 627"/>
          <p:cNvSpPr/>
          <p:nvPr/>
        </p:nvSpPr>
        <p:spPr>
          <a:xfrm>
            <a:off x="3583795" y="516581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29" name="Oval 628"/>
          <p:cNvSpPr/>
          <p:nvPr/>
        </p:nvSpPr>
        <p:spPr>
          <a:xfrm>
            <a:off x="3583794" y="531953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30" name="Rectangle 629"/>
          <p:cNvSpPr/>
          <p:nvPr/>
        </p:nvSpPr>
        <p:spPr>
          <a:xfrm>
            <a:off x="3977453" y="4808569"/>
            <a:ext cx="234950" cy="698500"/>
          </a:xfrm>
          <a:prstGeom prst="rect">
            <a:avLst/>
          </a:prstGeom>
          <a:solidFill>
            <a:srgbClr val="90BD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1" name="Oval 630"/>
          <p:cNvSpPr/>
          <p:nvPr/>
        </p:nvSpPr>
        <p:spPr>
          <a:xfrm>
            <a:off x="4010008" y="485837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32" name="Oval 631"/>
          <p:cNvSpPr/>
          <p:nvPr/>
        </p:nvSpPr>
        <p:spPr>
          <a:xfrm>
            <a:off x="4010007" y="501209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33" name="Oval 632"/>
          <p:cNvSpPr/>
          <p:nvPr/>
        </p:nvSpPr>
        <p:spPr>
          <a:xfrm>
            <a:off x="4010008" y="516581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34" name="Oval 633"/>
          <p:cNvSpPr/>
          <p:nvPr/>
        </p:nvSpPr>
        <p:spPr>
          <a:xfrm>
            <a:off x="4010007" y="531953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35" name="Straight Connector 634"/>
          <p:cNvCxnSpPr>
            <a:stCxn id="626" idx="6"/>
            <a:endCxn id="631" idx="2"/>
          </p:cNvCxnSpPr>
          <p:nvPr/>
        </p:nvCxnSpPr>
        <p:spPr>
          <a:xfrm>
            <a:off x="3728836" y="4926743"/>
            <a:ext cx="2811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635"/>
          <p:cNvCxnSpPr>
            <a:endCxn id="632" idx="2"/>
          </p:cNvCxnSpPr>
          <p:nvPr/>
        </p:nvCxnSpPr>
        <p:spPr>
          <a:xfrm>
            <a:off x="3728835" y="4926743"/>
            <a:ext cx="281172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Straight Connector 636"/>
          <p:cNvCxnSpPr>
            <a:stCxn id="626" idx="6"/>
            <a:endCxn id="633" idx="2"/>
          </p:cNvCxnSpPr>
          <p:nvPr/>
        </p:nvCxnSpPr>
        <p:spPr>
          <a:xfrm>
            <a:off x="3728836" y="4926743"/>
            <a:ext cx="281172" cy="307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8" name="Straight Connector 637"/>
          <p:cNvCxnSpPr>
            <a:stCxn id="626" idx="6"/>
            <a:endCxn id="634" idx="2"/>
          </p:cNvCxnSpPr>
          <p:nvPr/>
        </p:nvCxnSpPr>
        <p:spPr>
          <a:xfrm>
            <a:off x="3728836" y="4926743"/>
            <a:ext cx="281171" cy="461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9" name="Straight Connector 638"/>
          <p:cNvCxnSpPr>
            <a:stCxn id="627" idx="6"/>
          </p:cNvCxnSpPr>
          <p:nvPr/>
        </p:nvCxnSpPr>
        <p:spPr>
          <a:xfrm flipV="1">
            <a:off x="3728835" y="4926743"/>
            <a:ext cx="281172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0" name="Straight Connector 639"/>
          <p:cNvCxnSpPr>
            <a:stCxn id="627" idx="6"/>
            <a:endCxn id="632" idx="2"/>
          </p:cNvCxnSpPr>
          <p:nvPr/>
        </p:nvCxnSpPr>
        <p:spPr>
          <a:xfrm>
            <a:off x="3728835" y="5080463"/>
            <a:ext cx="2811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Straight Connector 640"/>
          <p:cNvCxnSpPr>
            <a:stCxn id="627" idx="6"/>
            <a:endCxn id="633" idx="2"/>
          </p:cNvCxnSpPr>
          <p:nvPr/>
        </p:nvCxnSpPr>
        <p:spPr>
          <a:xfrm>
            <a:off x="3728835" y="5080463"/>
            <a:ext cx="281173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2" name="Straight Connector 641"/>
          <p:cNvCxnSpPr>
            <a:stCxn id="627" idx="6"/>
            <a:endCxn id="634" idx="2"/>
          </p:cNvCxnSpPr>
          <p:nvPr/>
        </p:nvCxnSpPr>
        <p:spPr>
          <a:xfrm>
            <a:off x="3728835" y="5080463"/>
            <a:ext cx="281172" cy="307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Straight Connector 642"/>
          <p:cNvCxnSpPr>
            <a:stCxn id="628" idx="6"/>
            <a:endCxn id="631" idx="2"/>
          </p:cNvCxnSpPr>
          <p:nvPr/>
        </p:nvCxnSpPr>
        <p:spPr>
          <a:xfrm flipV="1">
            <a:off x="3728836" y="4926743"/>
            <a:ext cx="281172" cy="307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" name="Straight Connector 643"/>
          <p:cNvCxnSpPr>
            <a:stCxn id="628" idx="6"/>
            <a:endCxn id="632" idx="2"/>
          </p:cNvCxnSpPr>
          <p:nvPr/>
        </p:nvCxnSpPr>
        <p:spPr>
          <a:xfrm flipV="1">
            <a:off x="3728836" y="5080463"/>
            <a:ext cx="281171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Straight Connector 644"/>
          <p:cNvCxnSpPr>
            <a:stCxn id="628" idx="6"/>
            <a:endCxn id="633" idx="2"/>
          </p:cNvCxnSpPr>
          <p:nvPr/>
        </p:nvCxnSpPr>
        <p:spPr>
          <a:xfrm>
            <a:off x="3728836" y="5234183"/>
            <a:ext cx="2811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645"/>
          <p:cNvCxnSpPr>
            <a:stCxn id="628" idx="6"/>
            <a:endCxn id="634" idx="2"/>
          </p:cNvCxnSpPr>
          <p:nvPr/>
        </p:nvCxnSpPr>
        <p:spPr>
          <a:xfrm>
            <a:off x="3728836" y="5234183"/>
            <a:ext cx="281171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Straight Connector 646"/>
          <p:cNvCxnSpPr>
            <a:stCxn id="629" idx="6"/>
            <a:endCxn id="631" idx="2"/>
          </p:cNvCxnSpPr>
          <p:nvPr/>
        </p:nvCxnSpPr>
        <p:spPr>
          <a:xfrm flipV="1">
            <a:off x="3728835" y="4926743"/>
            <a:ext cx="281173" cy="461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Connector 647"/>
          <p:cNvCxnSpPr>
            <a:stCxn id="629" idx="6"/>
            <a:endCxn id="632" idx="2"/>
          </p:cNvCxnSpPr>
          <p:nvPr/>
        </p:nvCxnSpPr>
        <p:spPr>
          <a:xfrm flipV="1">
            <a:off x="3728835" y="5080463"/>
            <a:ext cx="281172" cy="307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Straight Connector 648"/>
          <p:cNvCxnSpPr>
            <a:endCxn id="633" idx="2"/>
          </p:cNvCxnSpPr>
          <p:nvPr/>
        </p:nvCxnSpPr>
        <p:spPr>
          <a:xfrm flipV="1">
            <a:off x="3728835" y="5234183"/>
            <a:ext cx="281173" cy="1537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Connector 649"/>
          <p:cNvCxnSpPr>
            <a:stCxn id="629" idx="6"/>
            <a:endCxn id="634" idx="2"/>
          </p:cNvCxnSpPr>
          <p:nvPr/>
        </p:nvCxnSpPr>
        <p:spPr>
          <a:xfrm>
            <a:off x="3728835" y="5387903"/>
            <a:ext cx="2811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1" name="Oval 650"/>
          <p:cNvSpPr/>
          <p:nvPr/>
        </p:nvSpPr>
        <p:spPr>
          <a:xfrm>
            <a:off x="3186584" y="5090078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52" name="Rectangle 651"/>
          <p:cNvSpPr/>
          <p:nvPr/>
        </p:nvSpPr>
        <p:spPr>
          <a:xfrm>
            <a:off x="3158205" y="5053876"/>
            <a:ext cx="201797" cy="209135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3" name="Oval 652"/>
          <p:cNvSpPr/>
          <p:nvPr/>
        </p:nvSpPr>
        <p:spPr>
          <a:xfrm>
            <a:off x="3185967" y="5090078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54" name="Rectangle 653"/>
          <p:cNvSpPr/>
          <p:nvPr/>
        </p:nvSpPr>
        <p:spPr>
          <a:xfrm>
            <a:off x="4388426" y="4995882"/>
            <a:ext cx="175523" cy="341416"/>
          </a:xfrm>
          <a:prstGeom prst="rect">
            <a:avLst/>
          </a:prstGeom>
          <a:solidFill>
            <a:srgbClr val="A875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5" name="Oval 654"/>
          <p:cNvSpPr/>
          <p:nvPr/>
        </p:nvSpPr>
        <p:spPr>
          <a:xfrm>
            <a:off x="4403666" y="5029857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56" name="Oval 655"/>
          <p:cNvSpPr/>
          <p:nvPr/>
        </p:nvSpPr>
        <p:spPr>
          <a:xfrm>
            <a:off x="4403665" y="5183577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57" name="Straight Connector 656"/>
          <p:cNvCxnSpPr>
            <a:stCxn id="626" idx="2"/>
            <a:endCxn id="653" idx="6"/>
          </p:cNvCxnSpPr>
          <p:nvPr/>
        </p:nvCxnSpPr>
        <p:spPr>
          <a:xfrm flipH="1">
            <a:off x="3331008" y="4926743"/>
            <a:ext cx="252787" cy="2317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Straight Connector 657"/>
          <p:cNvCxnSpPr>
            <a:stCxn id="627" idx="2"/>
            <a:endCxn id="653" idx="6"/>
          </p:cNvCxnSpPr>
          <p:nvPr/>
        </p:nvCxnSpPr>
        <p:spPr>
          <a:xfrm flipH="1">
            <a:off x="3331008" y="5080463"/>
            <a:ext cx="252786" cy="779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Straight Connector 658"/>
          <p:cNvCxnSpPr>
            <a:stCxn id="628" idx="2"/>
            <a:endCxn id="653" idx="6"/>
          </p:cNvCxnSpPr>
          <p:nvPr/>
        </p:nvCxnSpPr>
        <p:spPr>
          <a:xfrm flipH="1" flipV="1">
            <a:off x="3331008" y="5158445"/>
            <a:ext cx="252787" cy="757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Straight Connector 659"/>
          <p:cNvCxnSpPr>
            <a:stCxn id="629" idx="2"/>
            <a:endCxn id="653" idx="6"/>
          </p:cNvCxnSpPr>
          <p:nvPr/>
        </p:nvCxnSpPr>
        <p:spPr>
          <a:xfrm flipH="1" flipV="1">
            <a:off x="3331008" y="5158445"/>
            <a:ext cx="252786" cy="2294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Straight Connector 660"/>
          <p:cNvCxnSpPr>
            <a:stCxn id="631" idx="6"/>
            <a:endCxn id="655" idx="2"/>
          </p:cNvCxnSpPr>
          <p:nvPr/>
        </p:nvCxnSpPr>
        <p:spPr>
          <a:xfrm>
            <a:off x="4155049" y="4926743"/>
            <a:ext cx="248617" cy="1714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Connector 661"/>
          <p:cNvCxnSpPr>
            <a:stCxn id="631" idx="6"/>
            <a:endCxn id="656" idx="2"/>
          </p:cNvCxnSpPr>
          <p:nvPr/>
        </p:nvCxnSpPr>
        <p:spPr>
          <a:xfrm>
            <a:off x="4155049" y="4926743"/>
            <a:ext cx="248616" cy="3252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Straight Connector 662"/>
          <p:cNvCxnSpPr>
            <a:stCxn id="632" idx="6"/>
            <a:endCxn id="655" idx="2"/>
          </p:cNvCxnSpPr>
          <p:nvPr/>
        </p:nvCxnSpPr>
        <p:spPr>
          <a:xfrm>
            <a:off x="4155048" y="5080463"/>
            <a:ext cx="248618" cy="17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Straight Connector 663"/>
          <p:cNvCxnSpPr>
            <a:stCxn id="632" idx="6"/>
            <a:endCxn id="656" idx="2"/>
          </p:cNvCxnSpPr>
          <p:nvPr/>
        </p:nvCxnSpPr>
        <p:spPr>
          <a:xfrm>
            <a:off x="4155048" y="5080463"/>
            <a:ext cx="248617" cy="1714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Straight Connector 664"/>
          <p:cNvCxnSpPr>
            <a:stCxn id="633" idx="6"/>
            <a:endCxn id="655" idx="2"/>
          </p:cNvCxnSpPr>
          <p:nvPr/>
        </p:nvCxnSpPr>
        <p:spPr>
          <a:xfrm flipV="1">
            <a:off x="4155049" y="5098224"/>
            <a:ext cx="248617" cy="1359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Straight Connector 665"/>
          <p:cNvCxnSpPr>
            <a:stCxn id="633" idx="6"/>
            <a:endCxn id="656" idx="2"/>
          </p:cNvCxnSpPr>
          <p:nvPr/>
        </p:nvCxnSpPr>
        <p:spPr>
          <a:xfrm>
            <a:off x="4155049" y="5234183"/>
            <a:ext cx="248616" cy="17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7" name="Straight Connector 666"/>
          <p:cNvCxnSpPr>
            <a:stCxn id="634" idx="6"/>
            <a:endCxn id="655" idx="2"/>
          </p:cNvCxnSpPr>
          <p:nvPr/>
        </p:nvCxnSpPr>
        <p:spPr>
          <a:xfrm flipV="1">
            <a:off x="4155048" y="5098224"/>
            <a:ext cx="248618" cy="2896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Straight Connector 667"/>
          <p:cNvCxnSpPr>
            <a:stCxn id="634" idx="6"/>
            <a:endCxn id="656" idx="2"/>
          </p:cNvCxnSpPr>
          <p:nvPr/>
        </p:nvCxnSpPr>
        <p:spPr>
          <a:xfrm flipV="1">
            <a:off x="4155048" y="5251944"/>
            <a:ext cx="248617" cy="1359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1" name="Rounded Rectangle 670"/>
          <p:cNvSpPr/>
          <p:nvPr/>
        </p:nvSpPr>
        <p:spPr>
          <a:xfrm>
            <a:off x="2421662" y="5103803"/>
            <a:ext cx="610124" cy="117159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6" name="TextBox 675"/>
          <p:cNvSpPr txBox="1"/>
          <p:nvPr/>
        </p:nvSpPr>
        <p:spPr>
          <a:xfrm>
            <a:off x="2389246" y="5047969"/>
            <a:ext cx="1041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smtClean="0"/>
              <a:t>Dense layer</a:t>
            </a:r>
            <a:endParaRPr lang="en-IN" sz="800" b="1" dirty="0"/>
          </a:p>
        </p:txBody>
      </p:sp>
      <p:sp>
        <p:nvSpPr>
          <p:cNvPr id="677" name="Rectangle 676"/>
          <p:cNvSpPr/>
          <p:nvPr/>
        </p:nvSpPr>
        <p:spPr>
          <a:xfrm>
            <a:off x="5518932" y="4808569"/>
            <a:ext cx="234950" cy="698500"/>
          </a:xfrm>
          <a:prstGeom prst="rect">
            <a:avLst/>
          </a:prstGeom>
          <a:solidFill>
            <a:srgbClr val="90BD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8" name="Oval 677"/>
          <p:cNvSpPr/>
          <p:nvPr/>
        </p:nvSpPr>
        <p:spPr>
          <a:xfrm>
            <a:off x="5551487" y="485837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79" name="Oval 678"/>
          <p:cNvSpPr/>
          <p:nvPr/>
        </p:nvSpPr>
        <p:spPr>
          <a:xfrm>
            <a:off x="5551486" y="501209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80" name="Oval 679"/>
          <p:cNvSpPr/>
          <p:nvPr/>
        </p:nvSpPr>
        <p:spPr>
          <a:xfrm>
            <a:off x="5551487" y="516581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81" name="Oval 680"/>
          <p:cNvSpPr/>
          <p:nvPr/>
        </p:nvSpPr>
        <p:spPr>
          <a:xfrm>
            <a:off x="5551486" y="531953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82" name="Rectangle 681"/>
          <p:cNvSpPr/>
          <p:nvPr/>
        </p:nvSpPr>
        <p:spPr>
          <a:xfrm>
            <a:off x="5945145" y="4808569"/>
            <a:ext cx="234950" cy="698500"/>
          </a:xfrm>
          <a:prstGeom prst="rect">
            <a:avLst/>
          </a:prstGeom>
          <a:solidFill>
            <a:srgbClr val="90BD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3" name="Oval 682"/>
          <p:cNvSpPr/>
          <p:nvPr/>
        </p:nvSpPr>
        <p:spPr>
          <a:xfrm>
            <a:off x="5977700" y="485837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84" name="Oval 683"/>
          <p:cNvSpPr/>
          <p:nvPr/>
        </p:nvSpPr>
        <p:spPr>
          <a:xfrm>
            <a:off x="5977699" y="501209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85" name="Oval 684"/>
          <p:cNvSpPr/>
          <p:nvPr/>
        </p:nvSpPr>
        <p:spPr>
          <a:xfrm>
            <a:off x="5977700" y="516581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86" name="Oval 685"/>
          <p:cNvSpPr/>
          <p:nvPr/>
        </p:nvSpPr>
        <p:spPr>
          <a:xfrm>
            <a:off x="5977699" y="5319536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87" name="Straight Connector 686"/>
          <p:cNvCxnSpPr>
            <a:stCxn id="678" idx="6"/>
            <a:endCxn id="683" idx="2"/>
          </p:cNvCxnSpPr>
          <p:nvPr/>
        </p:nvCxnSpPr>
        <p:spPr>
          <a:xfrm>
            <a:off x="5696528" y="4926743"/>
            <a:ext cx="2811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" name="Straight Connector 687"/>
          <p:cNvCxnSpPr>
            <a:endCxn id="684" idx="2"/>
          </p:cNvCxnSpPr>
          <p:nvPr/>
        </p:nvCxnSpPr>
        <p:spPr>
          <a:xfrm>
            <a:off x="5696527" y="4926743"/>
            <a:ext cx="281172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9" name="Straight Connector 688"/>
          <p:cNvCxnSpPr>
            <a:stCxn id="678" idx="6"/>
            <a:endCxn id="685" idx="2"/>
          </p:cNvCxnSpPr>
          <p:nvPr/>
        </p:nvCxnSpPr>
        <p:spPr>
          <a:xfrm>
            <a:off x="5696528" y="4926743"/>
            <a:ext cx="281172" cy="307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Straight Connector 689"/>
          <p:cNvCxnSpPr>
            <a:stCxn id="678" idx="6"/>
            <a:endCxn id="686" idx="2"/>
          </p:cNvCxnSpPr>
          <p:nvPr/>
        </p:nvCxnSpPr>
        <p:spPr>
          <a:xfrm>
            <a:off x="5696528" y="4926743"/>
            <a:ext cx="281171" cy="461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1" name="Straight Connector 690"/>
          <p:cNvCxnSpPr>
            <a:stCxn id="679" idx="6"/>
          </p:cNvCxnSpPr>
          <p:nvPr/>
        </p:nvCxnSpPr>
        <p:spPr>
          <a:xfrm flipV="1">
            <a:off x="5696527" y="4926743"/>
            <a:ext cx="281172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Straight Connector 691"/>
          <p:cNvCxnSpPr>
            <a:stCxn id="679" idx="6"/>
            <a:endCxn id="684" idx="2"/>
          </p:cNvCxnSpPr>
          <p:nvPr/>
        </p:nvCxnSpPr>
        <p:spPr>
          <a:xfrm>
            <a:off x="5696527" y="5080463"/>
            <a:ext cx="2811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Straight Connector 692"/>
          <p:cNvCxnSpPr>
            <a:stCxn id="679" idx="6"/>
            <a:endCxn id="685" idx="2"/>
          </p:cNvCxnSpPr>
          <p:nvPr/>
        </p:nvCxnSpPr>
        <p:spPr>
          <a:xfrm>
            <a:off x="5696527" y="5080463"/>
            <a:ext cx="281173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4" name="Straight Connector 693"/>
          <p:cNvCxnSpPr>
            <a:stCxn id="679" idx="6"/>
            <a:endCxn id="686" idx="2"/>
          </p:cNvCxnSpPr>
          <p:nvPr/>
        </p:nvCxnSpPr>
        <p:spPr>
          <a:xfrm>
            <a:off x="5696527" y="5080463"/>
            <a:ext cx="281172" cy="307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Straight Connector 694"/>
          <p:cNvCxnSpPr>
            <a:stCxn id="680" idx="6"/>
            <a:endCxn id="683" idx="2"/>
          </p:cNvCxnSpPr>
          <p:nvPr/>
        </p:nvCxnSpPr>
        <p:spPr>
          <a:xfrm flipV="1">
            <a:off x="5696528" y="4926743"/>
            <a:ext cx="281172" cy="307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Straight Connector 695"/>
          <p:cNvCxnSpPr>
            <a:stCxn id="680" idx="6"/>
            <a:endCxn id="684" idx="2"/>
          </p:cNvCxnSpPr>
          <p:nvPr/>
        </p:nvCxnSpPr>
        <p:spPr>
          <a:xfrm flipV="1">
            <a:off x="5696528" y="5080463"/>
            <a:ext cx="281171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7" name="Straight Connector 696"/>
          <p:cNvCxnSpPr>
            <a:stCxn id="680" idx="6"/>
            <a:endCxn id="685" idx="2"/>
          </p:cNvCxnSpPr>
          <p:nvPr/>
        </p:nvCxnSpPr>
        <p:spPr>
          <a:xfrm>
            <a:off x="5696528" y="5234183"/>
            <a:ext cx="2811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8" name="Straight Connector 697"/>
          <p:cNvCxnSpPr>
            <a:stCxn id="680" idx="6"/>
            <a:endCxn id="686" idx="2"/>
          </p:cNvCxnSpPr>
          <p:nvPr/>
        </p:nvCxnSpPr>
        <p:spPr>
          <a:xfrm>
            <a:off x="5696528" y="5234183"/>
            <a:ext cx="281171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Straight Connector 698"/>
          <p:cNvCxnSpPr>
            <a:stCxn id="681" idx="6"/>
            <a:endCxn id="683" idx="2"/>
          </p:cNvCxnSpPr>
          <p:nvPr/>
        </p:nvCxnSpPr>
        <p:spPr>
          <a:xfrm flipV="1">
            <a:off x="5696527" y="4926743"/>
            <a:ext cx="281173" cy="461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0" name="Straight Connector 699"/>
          <p:cNvCxnSpPr>
            <a:stCxn id="681" idx="6"/>
            <a:endCxn id="684" idx="2"/>
          </p:cNvCxnSpPr>
          <p:nvPr/>
        </p:nvCxnSpPr>
        <p:spPr>
          <a:xfrm flipV="1">
            <a:off x="5696527" y="5080463"/>
            <a:ext cx="281172" cy="307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1" name="Straight Connector 700"/>
          <p:cNvCxnSpPr>
            <a:endCxn id="685" idx="2"/>
          </p:cNvCxnSpPr>
          <p:nvPr/>
        </p:nvCxnSpPr>
        <p:spPr>
          <a:xfrm flipV="1">
            <a:off x="5696527" y="5234183"/>
            <a:ext cx="281173" cy="1537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2" name="Straight Connector 701"/>
          <p:cNvCxnSpPr>
            <a:stCxn id="681" idx="6"/>
            <a:endCxn id="686" idx="2"/>
          </p:cNvCxnSpPr>
          <p:nvPr/>
        </p:nvCxnSpPr>
        <p:spPr>
          <a:xfrm>
            <a:off x="5696527" y="5387903"/>
            <a:ext cx="2811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3" name="Oval 702"/>
          <p:cNvSpPr/>
          <p:nvPr/>
        </p:nvSpPr>
        <p:spPr>
          <a:xfrm>
            <a:off x="5154251" y="5115210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04" name="Rectangle 703"/>
          <p:cNvSpPr/>
          <p:nvPr/>
        </p:nvSpPr>
        <p:spPr>
          <a:xfrm>
            <a:off x="5125872" y="5079008"/>
            <a:ext cx="201797" cy="209135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5" name="Oval 704"/>
          <p:cNvSpPr/>
          <p:nvPr/>
        </p:nvSpPr>
        <p:spPr>
          <a:xfrm>
            <a:off x="5153634" y="5115210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06" name="Rectangle 705"/>
          <p:cNvSpPr/>
          <p:nvPr/>
        </p:nvSpPr>
        <p:spPr>
          <a:xfrm>
            <a:off x="6356118" y="4995882"/>
            <a:ext cx="175523" cy="341416"/>
          </a:xfrm>
          <a:prstGeom prst="rect">
            <a:avLst/>
          </a:prstGeom>
          <a:solidFill>
            <a:srgbClr val="A875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7" name="Oval 706"/>
          <p:cNvSpPr/>
          <p:nvPr/>
        </p:nvSpPr>
        <p:spPr>
          <a:xfrm>
            <a:off x="6371358" y="5029857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08" name="Oval 707"/>
          <p:cNvSpPr/>
          <p:nvPr/>
        </p:nvSpPr>
        <p:spPr>
          <a:xfrm>
            <a:off x="6371357" y="5183577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09" name="Straight Connector 708"/>
          <p:cNvCxnSpPr>
            <a:stCxn id="678" idx="2"/>
            <a:endCxn id="705" idx="6"/>
          </p:cNvCxnSpPr>
          <p:nvPr/>
        </p:nvCxnSpPr>
        <p:spPr>
          <a:xfrm flipH="1">
            <a:off x="5298675" y="4926743"/>
            <a:ext cx="252812" cy="2568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Connector 709"/>
          <p:cNvCxnSpPr>
            <a:stCxn id="679" idx="2"/>
            <a:endCxn id="705" idx="6"/>
          </p:cNvCxnSpPr>
          <p:nvPr/>
        </p:nvCxnSpPr>
        <p:spPr>
          <a:xfrm flipH="1">
            <a:off x="5298675" y="5080463"/>
            <a:ext cx="252811" cy="1031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Straight Connector 710"/>
          <p:cNvCxnSpPr>
            <a:stCxn id="680" idx="2"/>
            <a:endCxn id="705" idx="6"/>
          </p:cNvCxnSpPr>
          <p:nvPr/>
        </p:nvCxnSpPr>
        <p:spPr>
          <a:xfrm flipH="1" flipV="1">
            <a:off x="5298675" y="5183577"/>
            <a:ext cx="252812" cy="506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2" name="Straight Connector 711"/>
          <p:cNvCxnSpPr>
            <a:stCxn id="681" idx="2"/>
            <a:endCxn id="705" idx="6"/>
          </p:cNvCxnSpPr>
          <p:nvPr/>
        </p:nvCxnSpPr>
        <p:spPr>
          <a:xfrm flipH="1" flipV="1">
            <a:off x="5298675" y="5183577"/>
            <a:ext cx="252811" cy="204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Straight Connector 712"/>
          <p:cNvCxnSpPr>
            <a:stCxn id="683" idx="6"/>
            <a:endCxn id="707" idx="2"/>
          </p:cNvCxnSpPr>
          <p:nvPr/>
        </p:nvCxnSpPr>
        <p:spPr>
          <a:xfrm>
            <a:off x="6122741" y="4926743"/>
            <a:ext cx="248617" cy="1714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Straight Connector 713"/>
          <p:cNvCxnSpPr>
            <a:stCxn id="683" idx="6"/>
            <a:endCxn id="708" idx="2"/>
          </p:cNvCxnSpPr>
          <p:nvPr/>
        </p:nvCxnSpPr>
        <p:spPr>
          <a:xfrm>
            <a:off x="6122741" y="4926743"/>
            <a:ext cx="248616" cy="3252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714"/>
          <p:cNvCxnSpPr>
            <a:stCxn id="684" idx="6"/>
            <a:endCxn id="707" idx="2"/>
          </p:cNvCxnSpPr>
          <p:nvPr/>
        </p:nvCxnSpPr>
        <p:spPr>
          <a:xfrm>
            <a:off x="6122740" y="5080463"/>
            <a:ext cx="248618" cy="17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Straight Connector 715"/>
          <p:cNvCxnSpPr>
            <a:stCxn id="684" idx="6"/>
            <a:endCxn id="708" idx="2"/>
          </p:cNvCxnSpPr>
          <p:nvPr/>
        </p:nvCxnSpPr>
        <p:spPr>
          <a:xfrm>
            <a:off x="6122740" y="5080463"/>
            <a:ext cx="248617" cy="1714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Straight Connector 716"/>
          <p:cNvCxnSpPr>
            <a:stCxn id="685" idx="6"/>
            <a:endCxn id="707" idx="2"/>
          </p:cNvCxnSpPr>
          <p:nvPr/>
        </p:nvCxnSpPr>
        <p:spPr>
          <a:xfrm flipV="1">
            <a:off x="6122741" y="5098224"/>
            <a:ext cx="248617" cy="1359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Straight Connector 717"/>
          <p:cNvCxnSpPr>
            <a:stCxn id="685" idx="6"/>
            <a:endCxn id="708" idx="2"/>
          </p:cNvCxnSpPr>
          <p:nvPr/>
        </p:nvCxnSpPr>
        <p:spPr>
          <a:xfrm>
            <a:off x="6122741" y="5234183"/>
            <a:ext cx="248616" cy="17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Straight Connector 718"/>
          <p:cNvCxnSpPr>
            <a:stCxn id="686" idx="6"/>
            <a:endCxn id="707" idx="2"/>
          </p:cNvCxnSpPr>
          <p:nvPr/>
        </p:nvCxnSpPr>
        <p:spPr>
          <a:xfrm flipV="1">
            <a:off x="6122740" y="5098224"/>
            <a:ext cx="248618" cy="2896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Straight Connector 719"/>
          <p:cNvCxnSpPr>
            <a:stCxn id="686" idx="6"/>
            <a:endCxn id="708" idx="2"/>
          </p:cNvCxnSpPr>
          <p:nvPr/>
        </p:nvCxnSpPr>
        <p:spPr>
          <a:xfrm flipV="1">
            <a:off x="6122740" y="5251944"/>
            <a:ext cx="248617" cy="1359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1" name="Rectangle 720"/>
          <p:cNvSpPr/>
          <p:nvPr/>
        </p:nvSpPr>
        <p:spPr>
          <a:xfrm>
            <a:off x="5243347" y="3847928"/>
            <a:ext cx="1188729" cy="663766"/>
          </a:xfrm>
          <a:prstGeom prst="rect">
            <a:avLst/>
          </a:prstGeom>
          <a:solidFill>
            <a:srgbClr val="9BD9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>
                <a:solidFill>
                  <a:schemeClr val="tx1"/>
                </a:solidFill>
              </a:rPr>
              <a:t>Common words between Question Pairs </a:t>
            </a:r>
            <a:endParaRPr lang="en-IN" sz="1050" dirty="0">
              <a:solidFill>
                <a:schemeClr val="tx1"/>
              </a:solidFill>
            </a:endParaRPr>
          </a:p>
        </p:txBody>
      </p:sp>
      <p:cxnSp>
        <p:nvCxnSpPr>
          <p:cNvPr id="722" name="Straight Arrow Connector 721"/>
          <p:cNvCxnSpPr/>
          <p:nvPr/>
        </p:nvCxnSpPr>
        <p:spPr>
          <a:xfrm flipH="1">
            <a:off x="5828756" y="4516892"/>
            <a:ext cx="2" cy="2259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3" name="Rectangle 722"/>
          <p:cNvSpPr/>
          <p:nvPr/>
        </p:nvSpPr>
        <p:spPr>
          <a:xfrm>
            <a:off x="1056789" y="6067910"/>
            <a:ext cx="4725925" cy="247440"/>
          </a:xfrm>
          <a:prstGeom prst="rect">
            <a:avLst/>
          </a:prstGeom>
          <a:solidFill>
            <a:srgbClr val="E0A9F9"/>
          </a:solidFill>
          <a:ln w="12700">
            <a:solidFill>
              <a:srgbClr val="40DC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</a:rPr>
              <a:t>                                         Concatenated layer</a:t>
            </a:r>
            <a:endParaRPr lang="en-IN" sz="1200" dirty="0">
              <a:solidFill>
                <a:schemeClr val="tx1"/>
              </a:solidFill>
            </a:endParaRPr>
          </a:p>
        </p:txBody>
      </p:sp>
      <p:cxnSp>
        <p:nvCxnSpPr>
          <p:cNvPr id="725" name="Straight Connector 724"/>
          <p:cNvCxnSpPr/>
          <p:nvPr/>
        </p:nvCxnSpPr>
        <p:spPr>
          <a:xfrm>
            <a:off x="1460882" y="5824899"/>
            <a:ext cx="0" cy="11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7" name="Straight Connector 726"/>
          <p:cNvCxnSpPr/>
          <p:nvPr/>
        </p:nvCxnSpPr>
        <p:spPr>
          <a:xfrm>
            <a:off x="4070954" y="5824899"/>
            <a:ext cx="0" cy="1133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Straight Connector 727"/>
          <p:cNvCxnSpPr/>
          <p:nvPr/>
        </p:nvCxnSpPr>
        <p:spPr>
          <a:xfrm flipH="1">
            <a:off x="5828703" y="5582435"/>
            <a:ext cx="107" cy="17920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Straight Arrow Connector 730"/>
          <p:cNvCxnSpPr/>
          <p:nvPr/>
        </p:nvCxnSpPr>
        <p:spPr>
          <a:xfrm flipH="1">
            <a:off x="5563213" y="5753935"/>
            <a:ext cx="268294" cy="3101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3" name="Straight Arrow Connector 732"/>
          <p:cNvCxnSpPr/>
          <p:nvPr/>
        </p:nvCxnSpPr>
        <p:spPr>
          <a:xfrm>
            <a:off x="1457716" y="5929961"/>
            <a:ext cx="128651" cy="1384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Straight Arrow Connector 736"/>
          <p:cNvCxnSpPr/>
          <p:nvPr/>
        </p:nvCxnSpPr>
        <p:spPr>
          <a:xfrm flipH="1">
            <a:off x="3963469" y="5917315"/>
            <a:ext cx="113938" cy="1506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2" name="Oval 1081"/>
          <p:cNvSpPr/>
          <p:nvPr/>
        </p:nvSpPr>
        <p:spPr>
          <a:xfrm>
            <a:off x="3162616" y="9436799"/>
            <a:ext cx="201702" cy="202405"/>
          </a:xfrm>
          <a:prstGeom prst="ellipse">
            <a:avLst/>
          </a:prstGeom>
          <a:solidFill>
            <a:srgbClr val="3399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3" name="Oval 1082"/>
          <p:cNvSpPr/>
          <p:nvPr/>
        </p:nvSpPr>
        <p:spPr>
          <a:xfrm>
            <a:off x="3443666" y="9436799"/>
            <a:ext cx="201702" cy="202405"/>
          </a:xfrm>
          <a:prstGeom prst="ellipse">
            <a:avLst/>
          </a:prstGeom>
          <a:solidFill>
            <a:srgbClr val="3399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4" name="Oval 1083"/>
          <p:cNvSpPr/>
          <p:nvPr/>
        </p:nvSpPr>
        <p:spPr>
          <a:xfrm>
            <a:off x="2881566" y="9778856"/>
            <a:ext cx="232235" cy="201032"/>
          </a:xfrm>
          <a:prstGeom prst="ellipse">
            <a:avLst/>
          </a:prstGeom>
          <a:solidFill>
            <a:srgbClr val="66FFCC"/>
          </a:solidFill>
          <a:ln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5" name="Oval 1084"/>
          <p:cNvSpPr/>
          <p:nvPr/>
        </p:nvSpPr>
        <p:spPr>
          <a:xfrm>
            <a:off x="3162616" y="9778856"/>
            <a:ext cx="232235" cy="201032"/>
          </a:xfrm>
          <a:prstGeom prst="ellipse">
            <a:avLst/>
          </a:prstGeom>
          <a:solidFill>
            <a:srgbClr val="66FFCC"/>
          </a:solidFill>
          <a:ln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6" name="Oval 1085"/>
          <p:cNvSpPr/>
          <p:nvPr/>
        </p:nvSpPr>
        <p:spPr>
          <a:xfrm>
            <a:off x="3443666" y="9778856"/>
            <a:ext cx="232235" cy="201032"/>
          </a:xfrm>
          <a:prstGeom prst="ellipse">
            <a:avLst/>
          </a:prstGeom>
          <a:solidFill>
            <a:srgbClr val="66FFCC"/>
          </a:solidFill>
          <a:ln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7" name="Oval 1086"/>
          <p:cNvSpPr/>
          <p:nvPr/>
        </p:nvSpPr>
        <p:spPr>
          <a:xfrm>
            <a:off x="3720999" y="9778856"/>
            <a:ext cx="232235" cy="201032"/>
          </a:xfrm>
          <a:prstGeom prst="ellipse">
            <a:avLst/>
          </a:prstGeom>
          <a:solidFill>
            <a:srgbClr val="66FFCC"/>
          </a:solidFill>
          <a:ln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8" name="Oval 1087"/>
          <p:cNvSpPr/>
          <p:nvPr/>
        </p:nvSpPr>
        <p:spPr>
          <a:xfrm>
            <a:off x="2420602" y="9781971"/>
            <a:ext cx="232235" cy="201032"/>
          </a:xfrm>
          <a:prstGeom prst="ellipse">
            <a:avLst/>
          </a:prstGeom>
          <a:solidFill>
            <a:srgbClr val="66FFCC"/>
          </a:solidFill>
          <a:ln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9" name="Oval 1088"/>
          <p:cNvSpPr/>
          <p:nvPr/>
        </p:nvSpPr>
        <p:spPr>
          <a:xfrm>
            <a:off x="2710338" y="9446267"/>
            <a:ext cx="201702" cy="202405"/>
          </a:xfrm>
          <a:prstGeom prst="ellipse">
            <a:avLst/>
          </a:prstGeom>
          <a:solidFill>
            <a:srgbClr val="3399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90" name="Straight Connector 1089"/>
          <p:cNvCxnSpPr>
            <a:stCxn id="1082" idx="2"/>
            <a:endCxn id="1089" idx="6"/>
          </p:cNvCxnSpPr>
          <p:nvPr/>
        </p:nvCxnSpPr>
        <p:spPr>
          <a:xfrm flipH="1">
            <a:off x="2912040" y="9538002"/>
            <a:ext cx="250576" cy="9468"/>
          </a:xfrm>
          <a:prstGeom prst="line">
            <a:avLst/>
          </a:prstGeom>
          <a:ln w="190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1" name="Oval 1090"/>
          <p:cNvSpPr/>
          <p:nvPr/>
        </p:nvSpPr>
        <p:spPr>
          <a:xfrm>
            <a:off x="2910190" y="10500741"/>
            <a:ext cx="209197" cy="193915"/>
          </a:xfrm>
          <a:prstGeom prst="ellipse">
            <a:avLst/>
          </a:prstGeom>
          <a:solidFill>
            <a:srgbClr val="C00000"/>
          </a:solidFill>
          <a:ln>
            <a:solidFill>
              <a:srgbClr val="8E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92" name="Straight Connector 1091"/>
          <p:cNvCxnSpPr>
            <a:stCxn id="1084" idx="2"/>
            <a:endCxn id="1088" idx="6"/>
          </p:cNvCxnSpPr>
          <p:nvPr/>
        </p:nvCxnSpPr>
        <p:spPr>
          <a:xfrm flipH="1">
            <a:off x="2652837" y="9879372"/>
            <a:ext cx="228729" cy="3115"/>
          </a:xfrm>
          <a:prstGeom prst="line">
            <a:avLst/>
          </a:prstGeom>
          <a:ln w="19050">
            <a:solidFill>
              <a:srgbClr val="33CC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3" name="Oval 1092"/>
          <p:cNvSpPr/>
          <p:nvPr/>
        </p:nvSpPr>
        <p:spPr>
          <a:xfrm>
            <a:off x="2890973" y="10154333"/>
            <a:ext cx="222828" cy="201418"/>
          </a:xfrm>
          <a:prstGeom prst="ellipse">
            <a:avLst/>
          </a:prstGeom>
          <a:solidFill>
            <a:srgbClr val="66FFCC"/>
          </a:solidFill>
          <a:ln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4" name="Oval 1093"/>
          <p:cNvSpPr/>
          <p:nvPr/>
        </p:nvSpPr>
        <p:spPr>
          <a:xfrm>
            <a:off x="3172023" y="10154333"/>
            <a:ext cx="222828" cy="201418"/>
          </a:xfrm>
          <a:prstGeom prst="ellipse">
            <a:avLst/>
          </a:prstGeom>
          <a:solidFill>
            <a:srgbClr val="66FFCC"/>
          </a:solidFill>
          <a:ln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5" name="Oval 1094"/>
          <p:cNvSpPr/>
          <p:nvPr/>
        </p:nvSpPr>
        <p:spPr>
          <a:xfrm>
            <a:off x="3453073" y="10154333"/>
            <a:ext cx="222828" cy="201418"/>
          </a:xfrm>
          <a:prstGeom prst="ellipse">
            <a:avLst/>
          </a:prstGeom>
          <a:solidFill>
            <a:srgbClr val="66FFCC"/>
          </a:solidFill>
          <a:ln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6" name="Oval 1095"/>
          <p:cNvSpPr/>
          <p:nvPr/>
        </p:nvSpPr>
        <p:spPr>
          <a:xfrm>
            <a:off x="3730406" y="10154333"/>
            <a:ext cx="222828" cy="201418"/>
          </a:xfrm>
          <a:prstGeom prst="ellipse">
            <a:avLst/>
          </a:prstGeom>
          <a:solidFill>
            <a:srgbClr val="66FFCC"/>
          </a:solidFill>
          <a:ln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7" name="Oval 1096"/>
          <p:cNvSpPr/>
          <p:nvPr/>
        </p:nvSpPr>
        <p:spPr>
          <a:xfrm>
            <a:off x="2430009" y="10157448"/>
            <a:ext cx="222828" cy="201418"/>
          </a:xfrm>
          <a:prstGeom prst="ellipse">
            <a:avLst/>
          </a:prstGeom>
          <a:solidFill>
            <a:srgbClr val="66FFCC"/>
          </a:solidFill>
          <a:ln>
            <a:solidFill>
              <a:srgbClr val="33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98" name="Straight Connector 1097"/>
          <p:cNvCxnSpPr>
            <a:stCxn id="1093" idx="2"/>
            <a:endCxn id="1097" idx="6"/>
          </p:cNvCxnSpPr>
          <p:nvPr/>
        </p:nvCxnSpPr>
        <p:spPr>
          <a:xfrm flipH="1">
            <a:off x="2652837" y="10255042"/>
            <a:ext cx="238136" cy="3115"/>
          </a:xfrm>
          <a:prstGeom prst="line">
            <a:avLst/>
          </a:prstGeom>
          <a:ln w="19050">
            <a:solidFill>
              <a:srgbClr val="33CC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9" name="Oval 1098"/>
          <p:cNvSpPr/>
          <p:nvPr/>
        </p:nvSpPr>
        <p:spPr>
          <a:xfrm>
            <a:off x="3234469" y="10500355"/>
            <a:ext cx="209197" cy="193915"/>
          </a:xfrm>
          <a:prstGeom prst="ellipse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00" name="Straight Arrow Connector 1099"/>
          <p:cNvCxnSpPr>
            <a:stCxn id="1091" idx="3"/>
          </p:cNvCxnSpPr>
          <p:nvPr/>
        </p:nvCxnSpPr>
        <p:spPr>
          <a:xfrm flipH="1">
            <a:off x="2646658" y="10666258"/>
            <a:ext cx="294168" cy="1382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1" name="Straight Arrow Connector 1100"/>
          <p:cNvCxnSpPr>
            <a:stCxn id="1099" idx="5"/>
          </p:cNvCxnSpPr>
          <p:nvPr/>
        </p:nvCxnSpPr>
        <p:spPr>
          <a:xfrm>
            <a:off x="3413030" y="10665872"/>
            <a:ext cx="307969" cy="1386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2" name="Rounded Rectangle 1101"/>
          <p:cNvSpPr/>
          <p:nvPr/>
        </p:nvSpPr>
        <p:spPr>
          <a:xfrm>
            <a:off x="2080020" y="10803406"/>
            <a:ext cx="934769" cy="166620"/>
          </a:xfrm>
          <a:prstGeom prst="roundRect">
            <a:avLst/>
          </a:prstGeom>
          <a:solidFill>
            <a:srgbClr val="EB6790"/>
          </a:solidFill>
          <a:ln>
            <a:solidFill>
              <a:srgbClr val="BC22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 dirty="0" smtClean="0">
                <a:solidFill>
                  <a:schemeClr val="tx1"/>
                </a:solidFill>
              </a:rPr>
              <a:t>Duplicate</a:t>
            </a:r>
            <a:endParaRPr lang="en-IN" sz="1100" b="1" dirty="0">
              <a:solidFill>
                <a:schemeClr val="tx1"/>
              </a:solidFill>
            </a:endParaRPr>
          </a:p>
        </p:txBody>
      </p:sp>
      <p:sp>
        <p:nvSpPr>
          <p:cNvPr id="1103" name="Rounded Rectangle 1102"/>
          <p:cNvSpPr/>
          <p:nvPr/>
        </p:nvSpPr>
        <p:spPr>
          <a:xfrm>
            <a:off x="3278734" y="10803406"/>
            <a:ext cx="1074551" cy="16623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b="1" dirty="0" smtClean="0">
                <a:solidFill>
                  <a:schemeClr val="tx1"/>
                </a:solidFill>
              </a:rPr>
              <a:t>Non-Duplicate</a:t>
            </a:r>
            <a:endParaRPr lang="en-IN" sz="1100" b="1" dirty="0">
              <a:solidFill>
                <a:schemeClr val="tx1"/>
              </a:solidFill>
            </a:endParaRPr>
          </a:p>
        </p:txBody>
      </p:sp>
      <p:cxnSp>
        <p:nvCxnSpPr>
          <p:cNvPr id="1104" name="Straight Connector 1103"/>
          <p:cNvCxnSpPr>
            <a:stCxn id="1089" idx="4"/>
            <a:endCxn id="1088" idx="0"/>
          </p:cNvCxnSpPr>
          <p:nvPr/>
        </p:nvCxnSpPr>
        <p:spPr>
          <a:xfrm flipH="1">
            <a:off x="2536720" y="9648672"/>
            <a:ext cx="274469" cy="1332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5" name="Straight Connector 1104"/>
          <p:cNvCxnSpPr>
            <a:stCxn id="1089" idx="4"/>
            <a:endCxn id="1084" idx="0"/>
          </p:cNvCxnSpPr>
          <p:nvPr/>
        </p:nvCxnSpPr>
        <p:spPr>
          <a:xfrm>
            <a:off x="2811189" y="9648672"/>
            <a:ext cx="186495" cy="1301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6" name="Straight Connector 1105"/>
          <p:cNvCxnSpPr>
            <a:stCxn id="1089" idx="4"/>
            <a:endCxn id="1085" idx="0"/>
          </p:cNvCxnSpPr>
          <p:nvPr/>
        </p:nvCxnSpPr>
        <p:spPr>
          <a:xfrm>
            <a:off x="2811189" y="9648672"/>
            <a:ext cx="467545" cy="1301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7" name="Straight Connector 1106"/>
          <p:cNvCxnSpPr>
            <a:stCxn id="1089" idx="4"/>
            <a:endCxn id="1086" idx="0"/>
          </p:cNvCxnSpPr>
          <p:nvPr/>
        </p:nvCxnSpPr>
        <p:spPr>
          <a:xfrm>
            <a:off x="2811189" y="9648672"/>
            <a:ext cx="748595" cy="1301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8" name="Straight Connector 1107"/>
          <p:cNvCxnSpPr>
            <a:stCxn id="1089" idx="4"/>
            <a:endCxn id="1087" idx="0"/>
          </p:cNvCxnSpPr>
          <p:nvPr/>
        </p:nvCxnSpPr>
        <p:spPr>
          <a:xfrm>
            <a:off x="2811189" y="9648672"/>
            <a:ext cx="1025928" cy="1301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9" name="Straight Connector 1108"/>
          <p:cNvCxnSpPr>
            <a:stCxn id="1082" idx="4"/>
            <a:endCxn id="1088" idx="0"/>
          </p:cNvCxnSpPr>
          <p:nvPr/>
        </p:nvCxnSpPr>
        <p:spPr>
          <a:xfrm flipH="1">
            <a:off x="2536720" y="9639204"/>
            <a:ext cx="726747" cy="142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Straight Connector 1109"/>
          <p:cNvCxnSpPr>
            <a:stCxn id="1082" idx="4"/>
            <a:endCxn id="1084" idx="0"/>
          </p:cNvCxnSpPr>
          <p:nvPr/>
        </p:nvCxnSpPr>
        <p:spPr>
          <a:xfrm flipH="1">
            <a:off x="2997684" y="9639204"/>
            <a:ext cx="265783" cy="1396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" name="Straight Connector 1110"/>
          <p:cNvCxnSpPr>
            <a:stCxn id="1082" idx="4"/>
            <a:endCxn id="1085" idx="0"/>
          </p:cNvCxnSpPr>
          <p:nvPr/>
        </p:nvCxnSpPr>
        <p:spPr>
          <a:xfrm>
            <a:off x="3263467" y="9639204"/>
            <a:ext cx="15267" cy="1396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Straight Connector 1111"/>
          <p:cNvCxnSpPr>
            <a:stCxn id="1082" idx="4"/>
            <a:endCxn id="1086" idx="0"/>
          </p:cNvCxnSpPr>
          <p:nvPr/>
        </p:nvCxnSpPr>
        <p:spPr>
          <a:xfrm>
            <a:off x="3263467" y="9639204"/>
            <a:ext cx="296317" cy="1396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Straight Connector 1112"/>
          <p:cNvCxnSpPr>
            <a:stCxn id="1082" idx="4"/>
            <a:endCxn id="1087" idx="0"/>
          </p:cNvCxnSpPr>
          <p:nvPr/>
        </p:nvCxnSpPr>
        <p:spPr>
          <a:xfrm>
            <a:off x="3263467" y="9639204"/>
            <a:ext cx="573650" cy="1396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Straight Connector 1113"/>
          <p:cNvCxnSpPr>
            <a:stCxn id="1083" idx="4"/>
            <a:endCxn id="1088" idx="0"/>
          </p:cNvCxnSpPr>
          <p:nvPr/>
        </p:nvCxnSpPr>
        <p:spPr>
          <a:xfrm flipH="1">
            <a:off x="2536720" y="9639204"/>
            <a:ext cx="1007797" cy="142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5" name="Straight Connector 1114"/>
          <p:cNvCxnSpPr>
            <a:stCxn id="1083" idx="4"/>
            <a:endCxn id="1084" idx="0"/>
          </p:cNvCxnSpPr>
          <p:nvPr/>
        </p:nvCxnSpPr>
        <p:spPr>
          <a:xfrm flipH="1">
            <a:off x="2997684" y="9639204"/>
            <a:ext cx="546833" cy="1396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6" name="Straight Connector 1115"/>
          <p:cNvCxnSpPr>
            <a:stCxn id="1083" idx="4"/>
            <a:endCxn id="1085" idx="0"/>
          </p:cNvCxnSpPr>
          <p:nvPr/>
        </p:nvCxnSpPr>
        <p:spPr>
          <a:xfrm flipH="1">
            <a:off x="3278734" y="9639204"/>
            <a:ext cx="265783" cy="1396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Straight Connector 1116"/>
          <p:cNvCxnSpPr>
            <a:stCxn id="1083" idx="4"/>
            <a:endCxn id="1086" idx="0"/>
          </p:cNvCxnSpPr>
          <p:nvPr/>
        </p:nvCxnSpPr>
        <p:spPr>
          <a:xfrm>
            <a:off x="3544517" y="9639204"/>
            <a:ext cx="15267" cy="1396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Straight Connector 1117"/>
          <p:cNvCxnSpPr>
            <a:stCxn id="1083" idx="4"/>
            <a:endCxn id="1087" idx="0"/>
          </p:cNvCxnSpPr>
          <p:nvPr/>
        </p:nvCxnSpPr>
        <p:spPr>
          <a:xfrm>
            <a:off x="3544517" y="9639204"/>
            <a:ext cx="292600" cy="1396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Straight Connector 1118"/>
          <p:cNvCxnSpPr>
            <a:stCxn id="1088" idx="4"/>
            <a:endCxn id="1097" idx="0"/>
          </p:cNvCxnSpPr>
          <p:nvPr/>
        </p:nvCxnSpPr>
        <p:spPr>
          <a:xfrm>
            <a:off x="2536720" y="9983003"/>
            <a:ext cx="4703" cy="17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Straight Connector 1119"/>
          <p:cNvCxnSpPr>
            <a:stCxn id="1088" idx="4"/>
            <a:endCxn id="1093" idx="0"/>
          </p:cNvCxnSpPr>
          <p:nvPr/>
        </p:nvCxnSpPr>
        <p:spPr>
          <a:xfrm>
            <a:off x="2536720" y="9983003"/>
            <a:ext cx="465667" cy="171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1" name="Straight Connector 1120"/>
          <p:cNvCxnSpPr>
            <a:stCxn id="1088" idx="4"/>
            <a:endCxn id="1094" idx="0"/>
          </p:cNvCxnSpPr>
          <p:nvPr/>
        </p:nvCxnSpPr>
        <p:spPr>
          <a:xfrm>
            <a:off x="2536720" y="9983003"/>
            <a:ext cx="746717" cy="171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Straight Connector 1121"/>
          <p:cNvCxnSpPr>
            <a:stCxn id="1088" idx="4"/>
            <a:endCxn id="1095" idx="0"/>
          </p:cNvCxnSpPr>
          <p:nvPr/>
        </p:nvCxnSpPr>
        <p:spPr>
          <a:xfrm>
            <a:off x="2536720" y="9983003"/>
            <a:ext cx="1027767" cy="171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3" name="Straight Connector 1122"/>
          <p:cNvCxnSpPr>
            <a:stCxn id="1088" idx="4"/>
            <a:endCxn id="1096" idx="0"/>
          </p:cNvCxnSpPr>
          <p:nvPr/>
        </p:nvCxnSpPr>
        <p:spPr>
          <a:xfrm>
            <a:off x="2536720" y="9983003"/>
            <a:ext cx="1305100" cy="171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4" name="Straight Connector 1123"/>
          <p:cNvCxnSpPr>
            <a:stCxn id="1084" idx="4"/>
            <a:endCxn id="1097" idx="0"/>
          </p:cNvCxnSpPr>
          <p:nvPr/>
        </p:nvCxnSpPr>
        <p:spPr>
          <a:xfrm flipH="1">
            <a:off x="2541423" y="9979888"/>
            <a:ext cx="456261" cy="177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5" name="Straight Connector 1124"/>
          <p:cNvCxnSpPr>
            <a:stCxn id="1084" idx="4"/>
            <a:endCxn id="1093" idx="0"/>
          </p:cNvCxnSpPr>
          <p:nvPr/>
        </p:nvCxnSpPr>
        <p:spPr>
          <a:xfrm>
            <a:off x="2997684" y="9979888"/>
            <a:ext cx="4703" cy="17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Straight Connector 1125"/>
          <p:cNvCxnSpPr>
            <a:stCxn id="1084" idx="4"/>
            <a:endCxn id="1094" idx="0"/>
          </p:cNvCxnSpPr>
          <p:nvPr/>
        </p:nvCxnSpPr>
        <p:spPr>
          <a:xfrm>
            <a:off x="2997684" y="9979888"/>
            <a:ext cx="285753" cy="17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7" name="Straight Connector 1126"/>
          <p:cNvCxnSpPr>
            <a:stCxn id="1084" idx="4"/>
            <a:endCxn id="1095" idx="0"/>
          </p:cNvCxnSpPr>
          <p:nvPr/>
        </p:nvCxnSpPr>
        <p:spPr>
          <a:xfrm>
            <a:off x="2997684" y="9979888"/>
            <a:ext cx="566803" cy="17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8" name="Straight Connector 1127"/>
          <p:cNvCxnSpPr>
            <a:stCxn id="1084" idx="4"/>
            <a:endCxn id="1096" idx="0"/>
          </p:cNvCxnSpPr>
          <p:nvPr/>
        </p:nvCxnSpPr>
        <p:spPr>
          <a:xfrm>
            <a:off x="2997684" y="9979888"/>
            <a:ext cx="844136" cy="17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Connector 1128"/>
          <p:cNvCxnSpPr>
            <a:stCxn id="1085" idx="4"/>
            <a:endCxn id="1097" idx="0"/>
          </p:cNvCxnSpPr>
          <p:nvPr/>
        </p:nvCxnSpPr>
        <p:spPr>
          <a:xfrm flipH="1">
            <a:off x="2541423" y="9979888"/>
            <a:ext cx="737311" cy="177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" name="Straight Connector 1129"/>
          <p:cNvCxnSpPr>
            <a:stCxn id="1085" idx="4"/>
            <a:endCxn id="1093" idx="0"/>
          </p:cNvCxnSpPr>
          <p:nvPr/>
        </p:nvCxnSpPr>
        <p:spPr>
          <a:xfrm flipH="1">
            <a:off x="3002387" y="9979888"/>
            <a:ext cx="276347" cy="17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1" name="Straight Connector 1130"/>
          <p:cNvCxnSpPr>
            <a:stCxn id="1085" idx="4"/>
            <a:endCxn id="1094" idx="0"/>
          </p:cNvCxnSpPr>
          <p:nvPr/>
        </p:nvCxnSpPr>
        <p:spPr>
          <a:xfrm>
            <a:off x="3278734" y="9979888"/>
            <a:ext cx="4703" cy="17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2" name="Straight Connector 1131"/>
          <p:cNvCxnSpPr>
            <a:stCxn id="1085" idx="4"/>
            <a:endCxn id="1095" idx="0"/>
          </p:cNvCxnSpPr>
          <p:nvPr/>
        </p:nvCxnSpPr>
        <p:spPr>
          <a:xfrm>
            <a:off x="3278734" y="9979888"/>
            <a:ext cx="285753" cy="17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3" name="Straight Connector 1132"/>
          <p:cNvCxnSpPr>
            <a:stCxn id="1085" idx="4"/>
            <a:endCxn id="1096" idx="0"/>
          </p:cNvCxnSpPr>
          <p:nvPr/>
        </p:nvCxnSpPr>
        <p:spPr>
          <a:xfrm>
            <a:off x="3278734" y="9979888"/>
            <a:ext cx="563086" cy="17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Straight Connector 1133"/>
          <p:cNvCxnSpPr>
            <a:stCxn id="1086" idx="4"/>
            <a:endCxn id="1097" idx="0"/>
          </p:cNvCxnSpPr>
          <p:nvPr/>
        </p:nvCxnSpPr>
        <p:spPr>
          <a:xfrm flipH="1">
            <a:off x="2541423" y="9979888"/>
            <a:ext cx="1018361" cy="177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5" name="Straight Connector 1134"/>
          <p:cNvCxnSpPr>
            <a:stCxn id="1086" idx="4"/>
            <a:endCxn id="1093" idx="0"/>
          </p:cNvCxnSpPr>
          <p:nvPr/>
        </p:nvCxnSpPr>
        <p:spPr>
          <a:xfrm flipH="1">
            <a:off x="3002387" y="9979888"/>
            <a:ext cx="557397" cy="17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Straight Connector 1135"/>
          <p:cNvCxnSpPr>
            <a:stCxn id="1086" idx="4"/>
            <a:endCxn id="1094" idx="0"/>
          </p:cNvCxnSpPr>
          <p:nvPr/>
        </p:nvCxnSpPr>
        <p:spPr>
          <a:xfrm flipH="1">
            <a:off x="3283437" y="9979888"/>
            <a:ext cx="276347" cy="17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" name="Straight Connector 1136"/>
          <p:cNvCxnSpPr>
            <a:stCxn id="1086" idx="4"/>
            <a:endCxn id="1095" idx="0"/>
          </p:cNvCxnSpPr>
          <p:nvPr/>
        </p:nvCxnSpPr>
        <p:spPr>
          <a:xfrm>
            <a:off x="3559784" y="9979888"/>
            <a:ext cx="4703" cy="17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Straight Connector 1137"/>
          <p:cNvCxnSpPr>
            <a:stCxn id="1086" idx="4"/>
            <a:endCxn id="1096" idx="0"/>
          </p:cNvCxnSpPr>
          <p:nvPr/>
        </p:nvCxnSpPr>
        <p:spPr>
          <a:xfrm>
            <a:off x="3559784" y="9979888"/>
            <a:ext cx="282036" cy="17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9" name="Straight Connector 1138"/>
          <p:cNvCxnSpPr>
            <a:stCxn id="1087" idx="4"/>
            <a:endCxn id="1096" idx="0"/>
          </p:cNvCxnSpPr>
          <p:nvPr/>
        </p:nvCxnSpPr>
        <p:spPr>
          <a:xfrm>
            <a:off x="3837117" y="9979888"/>
            <a:ext cx="4703" cy="17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0" name="Straight Connector 1139"/>
          <p:cNvCxnSpPr>
            <a:stCxn id="1087" idx="4"/>
            <a:endCxn id="1095" idx="0"/>
          </p:cNvCxnSpPr>
          <p:nvPr/>
        </p:nvCxnSpPr>
        <p:spPr>
          <a:xfrm flipH="1">
            <a:off x="3564487" y="9979888"/>
            <a:ext cx="272630" cy="17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1" name="Straight Connector 1140"/>
          <p:cNvCxnSpPr>
            <a:stCxn id="1087" idx="4"/>
            <a:endCxn id="1094" idx="0"/>
          </p:cNvCxnSpPr>
          <p:nvPr/>
        </p:nvCxnSpPr>
        <p:spPr>
          <a:xfrm flipH="1">
            <a:off x="3283437" y="9979888"/>
            <a:ext cx="553680" cy="17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2" name="Straight Connector 1141"/>
          <p:cNvCxnSpPr>
            <a:stCxn id="1087" idx="4"/>
            <a:endCxn id="1093" idx="0"/>
          </p:cNvCxnSpPr>
          <p:nvPr/>
        </p:nvCxnSpPr>
        <p:spPr>
          <a:xfrm flipH="1">
            <a:off x="3002387" y="9979888"/>
            <a:ext cx="834730" cy="1744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3" name="Straight Connector 1142"/>
          <p:cNvCxnSpPr>
            <a:stCxn id="1087" idx="4"/>
            <a:endCxn id="1097" idx="0"/>
          </p:cNvCxnSpPr>
          <p:nvPr/>
        </p:nvCxnSpPr>
        <p:spPr>
          <a:xfrm flipH="1">
            <a:off x="2541423" y="9979888"/>
            <a:ext cx="1295694" cy="177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4" name="Straight Connector 1143"/>
          <p:cNvCxnSpPr>
            <a:stCxn id="1097" idx="4"/>
            <a:endCxn id="1091" idx="0"/>
          </p:cNvCxnSpPr>
          <p:nvPr/>
        </p:nvCxnSpPr>
        <p:spPr>
          <a:xfrm>
            <a:off x="2541423" y="10358866"/>
            <a:ext cx="473366" cy="141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5" name="Straight Connector 1144"/>
          <p:cNvCxnSpPr>
            <a:stCxn id="1097" idx="4"/>
            <a:endCxn id="1099" idx="0"/>
          </p:cNvCxnSpPr>
          <p:nvPr/>
        </p:nvCxnSpPr>
        <p:spPr>
          <a:xfrm>
            <a:off x="2541423" y="10358866"/>
            <a:ext cx="797645" cy="1414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Connector 1145"/>
          <p:cNvCxnSpPr>
            <a:stCxn id="1093" idx="4"/>
            <a:endCxn id="1091" idx="0"/>
          </p:cNvCxnSpPr>
          <p:nvPr/>
        </p:nvCxnSpPr>
        <p:spPr>
          <a:xfrm>
            <a:off x="3002387" y="10355751"/>
            <a:ext cx="12402" cy="1449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7" name="Straight Connector 1146"/>
          <p:cNvCxnSpPr>
            <a:stCxn id="1093" idx="4"/>
            <a:endCxn id="1099" idx="0"/>
          </p:cNvCxnSpPr>
          <p:nvPr/>
        </p:nvCxnSpPr>
        <p:spPr>
          <a:xfrm>
            <a:off x="3002387" y="10355751"/>
            <a:ext cx="336681" cy="1446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8" name="Straight Connector 1147"/>
          <p:cNvCxnSpPr>
            <a:stCxn id="1094" idx="4"/>
            <a:endCxn id="1091" idx="0"/>
          </p:cNvCxnSpPr>
          <p:nvPr/>
        </p:nvCxnSpPr>
        <p:spPr>
          <a:xfrm flipH="1">
            <a:off x="3014789" y="10355751"/>
            <a:ext cx="268648" cy="1449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9" name="Straight Connector 1148"/>
          <p:cNvCxnSpPr>
            <a:stCxn id="1094" idx="4"/>
            <a:endCxn id="1099" idx="0"/>
          </p:cNvCxnSpPr>
          <p:nvPr/>
        </p:nvCxnSpPr>
        <p:spPr>
          <a:xfrm>
            <a:off x="3283437" y="10355751"/>
            <a:ext cx="55631" cy="1446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0" name="Straight Connector 1149"/>
          <p:cNvCxnSpPr>
            <a:stCxn id="1095" idx="4"/>
            <a:endCxn id="1099" idx="0"/>
          </p:cNvCxnSpPr>
          <p:nvPr/>
        </p:nvCxnSpPr>
        <p:spPr>
          <a:xfrm flipH="1">
            <a:off x="3339068" y="10355751"/>
            <a:ext cx="225419" cy="1446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1" name="Straight Connector 1150"/>
          <p:cNvCxnSpPr>
            <a:stCxn id="1095" idx="4"/>
            <a:endCxn id="1091" idx="0"/>
          </p:cNvCxnSpPr>
          <p:nvPr/>
        </p:nvCxnSpPr>
        <p:spPr>
          <a:xfrm flipH="1">
            <a:off x="3014789" y="10355751"/>
            <a:ext cx="549698" cy="1449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2" name="Straight Connector 1151"/>
          <p:cNvCxnSpPr>
            <a:stCxn id="1096" idx="4"/>
            <a:endCxn id="1091" idx="0"/>
          </p:cNvCxnSpPr>
          <p:nvPr/>
        </p:nvCxnSpPr>
        <p:spPr>
          <a:xfrm flipH="1">
            <a:off x="3014789" y="10355751"/>
            <a:ext cx="827031" cy="1449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3" name="Straight Connector 1152"/>
          <p:cNvCxnSpPr>
            <a:stCxn id="1096" idx="4"/>
            <a:endCxn id="1099" idx="0"/>
          </p:cNvCxnSpPr>
          <p:nvPr/>
        </p:nvCxnSpPr>
        <p:spPr>
          <a:xfrm flipH="1">
            <a:off x="3339068" y="10355751"/>
            <a:ext cx="502752" cy="1446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4" name="Left Brace 1153"/>
          <p:cNvSpPr/>
          <p:nvPr/>
        </p:nvSpPr>
        <p:spPr>
          <a:xfrm>
            <a:off x="1601725" y="9479499"/>
            <a:ext cx="73294" cy="148765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5" name="TextBox 1154"/>
          <p:cNvSpPr txBox="1"/>
          <p:nvPr/>
        </p:nvSpPr>
        <p:spPr>
          <a:xfrm>
            <a:off x="603196" y="10053593"/>
            <a:ext cx="1725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smtClean="0"/>
              <a:t>Dense layer</a:t>
            </a:r>
            <a:endParaRPr lang="en-IN" sz="1200" dirty="0"/>
          </a:p>
        </p:txBody>
      </p:sp>
      <p:sp>
        <p:nvSpPr>
          <p:cNvPr id="1156" name="TextBox 1155"/>
          <p:cNvSpPr txBox="1"/>
          <p:nvPr/>
        </p:nvSpPr>
        <p:spPr>
          <a:xfrm>
            <a:off x="5444281" y="9408907"/>
            <a:ext cx="1168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smtClean="0"/>
              <a:t>Input layer</a:t>
            </a:r>
            <a:endParaRPr lang="en-IN" sz="1200" dirty="0"/>
          </a:p>
        </p:txBody>
      </p:sp>
      <p:sp>
        <p:nvSpPr>
          <p:cNvPr id="1157" name="TextBox 1156"/>
          <p:cNvSpPr txBox="1"/>
          <p:nvPr/>
        </p:nvSpPr>
        <p:spPr>
          <a:xfrm>
            <a:off x="5310825" y="9750556"/>
            <a:ext cx="13020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smtClean="0"/>
              <a:t>Hidden layer - 1</a:t>
            </a:r>
            <a:endParaRPr lang="en-IN" sz="1200" dirty="0"/>
          </a:p>
        </p:txBody>
      </p:sp>
      <p:sp>
        <p:nvSpPr>
          <p:cNvPr id="1158" name="TextBox 1157"/>
          <p:cNvSpPr txBox="1"/>
          <p:nvPr/>
        </p:nvSpPr>
        <p:spPr>
          <a:xfrm>
            <a:off x="5310825" y="10126226"/>
            <a:ext cx="1192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smtClean="0"/>
              <a:t>Hidden layer - 2</a:t>
            </a:r>
            <a:endParaRPr lang="en-IN" sz="1200" dirty="0"/>
          </a:p>
        </p:txBody>
      </p:sp>
      <p:sp>
        <p:nvSpPr>
          <p:cNvPr id="1159" name="TextBox 1158"/>
          <p:cNvSpPr txBox="1"/>
          <p:nvPr/>
        </p:nvSpPr>
        <p:spPr>
          <a:xfrm>
            <a:off x="5400620" y="10467875"/>
            <a:ext cx="1102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smtClean="0"/>
              <a:t>Output layer</a:t>
            </a:r>
            <a:endParaRPr lang="en-IN" sz="1200" dirty="0"/>
          </a:p>
        </p:txBody>
      </p:sp>
      <p:cxnSp>
        <p:nvCxnSpPr>
          <p:cNvPr id="1160" name="Straight Arrow Connector 1159"/>
          <p:cNvCxnSpPr/>
          <p:nvPr/>
        </p:nvCxnSpPr>
        <p:spPr>
          <a:xfrm>
            <a:off x="4415891" y="9547685"/>
            <a:ext cx="748485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1" name="Straight Arrow Connector 1160"/>
          <p:cNvCxnSpPr/>
          <p:nvPr/>
        </p:nvCxnSpPr>
        <p:spPr>
          <a:xfrm>
            <a:off x="4454032" y="9889056"/>
            <a:ext cx="748485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2" name="Straight Arrow Connector 1161"/>
          <p:cNvCxnSpPr/>
          <p:nvPr/>
        </p:nvCxnSpPr>
        <p:spPr>
          <a:xfrm>
            <a:off x="4454032" y="10264726"/>
            <a:ext cx="748485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3" name="Straight Arrow Connector 1162"/>
          <p:cNvCxnSpPr/>
          <p:nvPr/>
        </p:nvCxnSpPr>
        <p:spPr>
          <a:xfrm>
            <a:off x="4415891" y="10606996"/>
            <a:ext cx="748485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4" name="Rectangle 1163"/>
          <p:cNvSpPr/>
          <p:nvPr/>
        </p:nvSpPr>
        <p:spPr>
          <a:xfrm>
            <a:off x="2178097" y="6567913"/>
            <a:ext cx="1908522" cy="2318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  Batch Normalization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1165" name="Rectangle 1164"/>
          <p:cNvSpPr/>
          <p:nvPr/>
        </p:nvSpPr>
        <p:spPr>
          <a:xfrm>
            <a:off x="2578002" y="7017520"/>
            <a:ext cx="1259115" cy="2163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Dropout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1166" name="Rectangle 1165"/>
          <p:cNvSpPr/>
          <p:nvPr/>
        </p:nvSpPr>
        <p:spPr>
          <a:xfrm>
            <a:off x="2570624" y="7719537"/>
            <a:ext cx="175523" cy="341416"/>
          </a:xfrm>
          <a:prstGeom prst="rect">
            <a:avLst/>
          </a:prstGeom>
          <a:solidFill>
            <a:srgbClr val="A875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7" name="Oval 1166"/>
          <p:cNvSpPr/>
          <p:nvPr/>
        </p:nvSpPr>
        <p:spPr>
          <a:xfrm>
            <a:off x="2585864" y="7753512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68" name="Oval 1167"/>
          <p:cNvSpPr/>
          <p:nvPr/>
        </p:nvSpPr>
        <p:spPr>
          <a:xfrm>
            <a:off x="2585863" y="7907232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69" name="Rectangle 1168"/>
          <p:cNvSpPr/>
          <p:nvPr/>
        </p:nvSpPr>
        <p:spPr>
          <a:xfrm>
            <a:off x="2914298" y="7516010"/>
            <a:ext cx="234950" cy="698500"/>
          </a:xfrm>
          <a:prstGeom prst="rect">
            <a:avLst/>
          </a:prstGeom>
          <a:solidFill>
            <a:srgbClr val="90BD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0" name="Oval 1169"/>
          <p:cNvSpPr/>
          <p:nvPr/>
        </p:nvSpPr>
        <p:spPr>
          <a:xfrm>
            <a:off x="2946853" y="7565817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71" name="Oval 1170"/>
          <p:cNvSpPr/>
          <p:nvPr/>
        </p:nvSpPr>
        <p:spPr>
          <a:xfrm>
            <a:off x="2946852" y="7719537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72" name="Oval 1171"/>
          <p:cNvSpPr/>
          <p:nvPr/>
        </p:nvSpPr>
        <p:spPr>
          <a:xfrm>
            <a:off x="2946853" y="7873257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73" name="Oval 1172"/>
          <p:cNvSpPr/>
          <p:nvPr/>
        </p:nvSpPr>
        <p:spPr>
          <a:xfrm>
            <a:off x="2946852" y="8026977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74" name="Rectangle 1173"/>
          <p:cNvSpPr/>
          <p:nvPr/>
        </p:nvSpPr>
        <p:spPr>
          <a:xfrm>
            <a:off x="3340511" y="7516010"/>
            <a:ext cx="234950" cy="698500"/>
          </a:xfrm>
          <a:prstGeom prst="rect">
            <a:avLst/>
          </a:prstGeom>
          <a:solidFill>
            <a:srgbClr val="90BD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5" name="Oval 1174"/>
          <p:cNvSpPr/>
          <p:nvPr/>
        </p:nvSpPr>
        <p:spPr>
          <a:xfrm>
            <a:off x="3373066" y="7565817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76" name="Oval 1175"/>
          <p:cNvSpPr/>
          <p:nvPr/>
        </p:nvSpPr>
        <p:spPr>
          <a:xfrm>
            <a:off x="3373065" y="7719537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77" name="Oval 1176"/>
          <p:cNvSpPr/>
          <p:nvPr/>
        </p:nvSpPr>
        <p:spPr>
          <a:xfrm>
            <a:off x="3373066" y="7873257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78" name="Oval 1177"/>
          <p:cNvSpPr/>
          <p:nvPr/>
        </p:nvSpPr>
        <p:spPr>
          <a:xfrm>
            <a:off x="3373065" y="8026977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79" name="Oval 1178"/>
          <p:cNvSpPr/>
          <p:nvPr/>
        </p:nvSpPr>
        <p:spPr>
          <a:xfrm>
            <a:off x="3748193" y="7804890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80" name="Rectangle 1179"/>
          <p:cNvSpPr/>
          <p:nvPr/>
        </p:nvSpPr>
        <p:spPr>
          <a:xfrm>
            <a:off x="3719814" y="7768688"/>
            <a:ext cx="201797" cy="209135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1" name="Oval 1180"/>
          <p:cNvSpPr/>
          <p:nvPr/>
        </p:nvSpPr>
        <p:spPr>
          <a:xfrm>
            <a:off x="3747576" y="7804890"/>
            <a:ext cx="145041" cy="1367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82" name="Straight Connector 1181"/>
          <p:cNvCxnSpPr>
            <a:stCxn id="1167" idx="6"/>
            <a:endCxn id="1170" idx="2"/>
          </p:cNvCxnSpPr>
          <p:nvPr/>
        </p:nvCxnSpPr>
        <p:spPr>
          <a:xfrm flipV="1">
            <a:off x="2730905" y="7634184"/>
            <a:ext cx="215948" cy="1876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3" name="Straight Connector 1182"/>
          <p:cNvCxnSpPr>
            <a:stCxn id="1167" idx="6"/>
            <a:endCxn id="1171" idx="2"/>
          </p:cNvCxnSpPr>
          <p:nvPr/>
        </p:nvCxnSpPr>
        <p:spPr>
          <a:xfrm flipV="1">
            <a:off x="2730905" y="7787904"/>
            <a:ext cx="215947" cy="33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4" name="Straight Connector 1183"/>
          <p:cNvCxnSpPr>
            <a:stCxn id="1167" idx="6"/>
            <a:endCxn id="1172" idx="2"/>
          </p:cNvCxnSpPr>
          <p:nvPr/>
        </p:nvCxnSpPr>
        <p:spPr>
          <a:xfrm>
            <a:off x="2730905" y="7821879"/>
            <a:ext cx="215948" cy="119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5" name="Straight Connector 1184"/>
          <p:cNvCxnSpPr>
            <a:stCxn id="1167" idx="6"/>
            <a:endCxn id="1173" idx="2"/>
          </p:cNvCxnSpPr>
          <p:nvPr/>
        </p:nvCxnSpPr>
        <p:spPr>
          <a:xfrm>
            <a:off x="2730905" y="7821879"/>
            <a:ext cx="215947" cy="2734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6" name="Straight Connector 1185"/>
          <p:cNvCxnSpPr>
            <a:stCxn id="1168" idx="6"/>
            <a:endCxn id="1170" idx="2"/>
          </p:cNvCxnSpPr>
          <p:nvPr/>
        </p:nvCxnSpPr>
        <p:spPr>
          <a:xfrm flipV="1">
            <a:off x="2730904" y="7634184"/>
            <a:ext cx="215949" cy="3414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Straight Connector 1186"/>
          <p:cNvCxnSpPr>
            <a:stCxn id="1168" idx="6"/>
            <a:endCxn id="1171" idx="2"/>
          </p:cNvCxnSpPr>
          <p:nvPr/>
        </p:nvCxnSpPr>
        <p:spPr>
          <a:xfrm flipV="1">
            <a:off x="2730904" y="7787904"/>
            <a:ext cx="215948" cy="1876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Connector 1187"/>
          <p:cNvCxnSpPr>
            <a:stCxn id="1168" idx="6"/>
            <a:endCxn id="1172" idx="2"/>
          </p:cNvCxnSpPr>
          <p:nvPr/>
        </p:nvCxnSpPr>
        <p:spPr>
          <a:xfrm flipV="1">
            <a:off x="2730904" y="7941624"/>
            <a:ext cx="215949" cy="33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9" name="Straight Connector 1188"/>
          <p:cNvCxnSpPr>
            <a:stCxn id="1168" idx="6"/>
            <a:endCxn id="1173" idx="2"/>
          </p:cNvCxnSpPr>
          <p:nvPr/>
        </p:nvCxnSpPr>
        <p:spPr>
          <a:xfrm>
            <a:off x="2730904" y="7975599"/>
            <a:ext cx="215948" cy="119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0" name="Straight Connector 1189"/>
          <p:cNvCxnSpPr>
            <a:stCxn id="1170" idx="6"/>
            <a:endCxn id="1175" idx="2"/>
          </p:cNvCxnSpPr>
          <p:nvPr/>
        </p:nvCxnSpPr>
        <p:spPr>
          <a:xfrm>
            <a:off x="3091894" y="7634184"/>
            <a:ext cx="2811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1" name="Straight Connector 1190"/>
          <p:cNvCxnSpPr>
            <a:endCxn id="1176" idx="2"/>
          </p:cNvCxnSpPr>
          <p:nvPr/>
        </p:nvCxnSpPr>
        <p:spPr>
          <a:xfrm>
            <a:off x="3091893" y="7634184"/>
            <a:ext cx="281172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2" name="Straight Connector 1191"/>
          <p:cNvCxnSpPr>
            <a:stCxn id="1170" idx="6"/>
            <a:endCxn id="1177" idx="2"/>
          </p:cNvCxnSpPr>
          <p:nvPr/>
        </p:nvCxnSpPr>
        <p:spPr>
          <a:xfrm>
            <a:off x="3091894" y="7634184"/>
            <a:ext cx="281172" cy="307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3" name="Straight Connector 1192"/>
          <p:cNvCxnSpPr>
            <a:stCxn id="1170" idx="6"/>
            <a:endCxn id="1178" idx="2"/>
          </p:cNvCxnSpPr>
          <p:nvPr/>
        </p:nvCxnSpPr>
        <p:spPr>
          <a:xfrm>
            <a:off x="3091894" y="7634184"/>
            <a:ext cx="281171" cy="461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4" name="Straight Connector 1193"/>
          <p:cNvCxnSpPr>
            <a:stCxn id="1171" idx="6"/>
          </p:cNvCxnSpPr>
          <p:nvPr/>
        </p:nvCxnSpPr>
        <p:spPr>
          <a:xfrm flipV="1">
            <a:off x="3091893" y="7634184"/>
            <a:ext cx="281172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5" name="Straight Connector 1194"/>
          <p:cNvCxnSpPr>
            <a:stCxn id="1171" idx="6"/>
            <a:endCxn id="1176" idx="2"/>
          </p:cNvCxnSpPr>
          <p:nvPr/>
        </p:nvCxnSpPr>
        <p:spPr>
          <a:xfrm>
            <a:off x="3091893" y="7787904"/>
            <a:ext cx="2811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6" name="Straight Connector 1195"/>
          <p:cNvCxnSpPr>
            <a:stCxn id="1171" idx="6"/>
            <a:endCxn id="1177" idx="2"/>
          </p:cNvCxnSpPr>
          <p:nvPr/>
        </p:nvCxnSpPr>
        <p:spPr>
          <a:xfrm>
            <a:off x="3091893" y="7787904"/>
            <a:ext cx="281173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7" name="Straight Connector 1196"/>
          <p:cNvCxnSpPr>
            <a:stCxn id="1171" idx="6"/>
            <a:endCxn id="1178" idx="2"/>
          </p:cNvCxnSpPr>
          <p:nvPr/>
        </p:nvCxnSpPr>
        <p:spPr>
          <a:xfrm>
            <a:off x="3091893" y="7787904"/>
            <a:ext cx="281172" cy="307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8" name="Straight Connector 1197"/>
          <p:cNvCxnSpPr>
            <a:stCxn id="1172" idx="6"/>
            <a:endCxn id="1175" idx="2"/>
          </p:cNvCxnSpPr>
          <p:nvPr/>
        </p:nvCxnSpPr>
        <p:spPr>
          <a:xfrm flipV="1">
            <a:off x="3091894" y="7634184"/>
            <a:ext cx="281172" cy="307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9" name="Straight Connector 1198"/>
          <p:cNvCxnSpPr>
            <a:stCxn id="1172" idx="6"/>
            <a:endCxn id="1176" idx="2"/>
          </p:cNvCxnSpPr>
          <p:nvPr/>
        </p:nvCxnSpPr>
        <p:spPr>
          <a:xfrm flipV="1">
            <a:off x="3091894" y="7787904"/>
            <a:ext cx="281171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0" name="Straight Connector 1199"/>
          <p:cNvCxnSpPr>
            <a:stCxn id="1172" idx="6"/>
            <a:endCxn id="1177" idx="2"/>
          </p:cNvCxnSpPr>
          <p:nvPr/>
        </p:nvCxnSpPr>
        <p:spPr>
          <a:xfrm>
            <a:off x="3091894" y="7941624"/>
            <a:ext cx="2811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1" name="Straight Connector 1200"/>
          <p:cNvCxnSpPr>
            <a:stCxn id="1172" idx="6"/>
            <a:endCxn id="1178" idx="2"/>
          </p:cNvCxnSpPr>
          <p:nvPr/>
        </p:nvCxnSpPr>
        <p:spPr>
          <a:xfrm>
            <a:off x="3091894" y="7941624"/>
            <a:ext cx="281171" cy="1537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2" name="Straight Connector 1201"/>
          <p:cNvCxnSpPr>
            <a:stCxn id="1173" idx="6"/>
            <a:endCxn id="1175" idx="2"/>
          </p:cNvCxnSpPr>
          <p:nvPr/>
        </p:nvCxnSpPr>
        <p:spPr>
          <a:xfrm flipV="1">
            <a:off x="3091893" y="7634184"/>
            <a:ext cx="281173" cy="4611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3" name="Straight Connector 1202"/>
          <p:cNvCxnSpPr>
            <a:stCxn id="1173" idx="6"/>
            <a:endCxn id="1176" idx="2"/>
          </p:cNvCxnSpPr>
          <p:nvPr/>
        </p:nvCxnSpPr>
        <p:spPr>
          <a:xfrm flipV="1">
            <a:off x="3091893" y="7787904"/>
            <a:ext cx="281172" cy="307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4" name="Straight Connector 1203"/>
          <p:cNvCxnSpPr>
            <a:endCxn id="1177" idx="2"/>
          </p:cNvCxnSpPr>
          <p:nvPr/>
        </p:nvCxnSpPr>
        <p:spPr>
          <a:xfrm flipV="1">
            <a:off x="3091893" y="7941624"/>
            <a:ext cx="281173" cy="1537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5" name="Straight Connector 1204"/>
          <p:cNvCxnSpPr>
            <a:stCxn id="1173" idx="6"/>
            <a:endCxn id="1178" idx="2"/>
          </p:cNvCxnSpPr>
          <p:nvPr/>
        </p:nvCxnSpPr>
        <p:spPr>
          <a:xfrm>
            <a:off x="3091893" y="8095344"/>
            <a:ext cx="2811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Straight Connector 1205"/>
          <p:cNvCxnSpPr>
            <a:stCxn id="1175" idx="6"/>
            <a:endCxn id="1181" idx="2"/>
          </p:cNvCxnSpPr>
          <p:nvPr/>
        </p:nvCxnSpPr>
        <p:spPr>
          <a:xfrm>
            <a:off x="3518107" y="7634184"/>
            <a:ext cx="229469" cy="2390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Straight Connector 1206"/>
          <p:cNvCxnSpPr>
            <a:stCxn id="1176" idx="6"/>
            <a:endCxn id="1181" idx="2"/>
          </p:cNvCxnSpPr>
          <p:nvPr/>
        </p:nvCxnSpPr>
        <p:spPr>
          <a:xfrm>
            <a:off x="3518106" y="7787904"/>
            <a:ext cx="229470" cy="853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Straight Connector 1207"/>
          <p:cNvCxnSpPr>
            <a:stCxn id="1177" idx="6"/>
            <a:endCxn id="1181" idx="2"/>
          </p:cNvCxnSpPr>
          <p:nvPr/>
        </p:nvCxnSpPr>
        <p:spPr>
          <a:xfrm flipV="1">
            <a:off x="3518107" y="7873257"/>
            <a:ext cx="229469" cy="683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9" name="Straight Connector 1208"/>
          <p:cNvCxnSpPr>
            <a:stCxn id="1178" idx="6"/>
            <a:endCxn id="1181" idx="2"/>
          </p:cNvCxnSpPr>
          <p:nvPr/>
        </p:nvCxnSpPr>
        <p:spPr>
          <a:xfrm flipV="1">
            <a:off x="3518106" y="7873257"/>
            <a:ext cx="229470" cy="222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0" name="Rectangle 1209"/>
          <p:cNvSpPr/>
          <p:nvPr/>
        </p:nvSpPr>
        <p:spPr>
          <a:xfrm>
            <a:off x="2178097" y="8473332"/>
            <a:ext cx="1908522" cy="2318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  Batch Normalization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1211" name="Rectangle 1210"/>
          <p:cNvSpPr/>
          <p:nvPr/>
        </p:nvSpPr>
        <p:spPr>
          <a:xfrm>
            <a:off x="2578002" y="8922939"/>
            <a:ext cx="1259115" cy="2163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Dropout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1212" name="Left Brace 1211"/>
          <p:cNvSpPr/>
          <p:nvPr/>
        </p:nvSpPr>
        <p:spPr>
          <a:xfrm>
            <a:off x="2067910" y="7541132"/>
            <a:ext cx="52460" cy="703781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3" name="TextBox 1212"/>
          <p:cNvSpPr txBox="1"/>
          <p:nvPr/>
        </p:nvSpPr>
        <p:spPr>
          <a:xfrm>
            <a:off x="1471795" y="7647115"/>
            <a:ext cx="6746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Dense layer</a:t>
            </a:r>
            <a:endParaRPr lang="en-IN" sz="1100" dirty="0"/>
          </a:p>
        </p:txBody>
      </p:sp>
      <p:cxnSp>
        <p:nvCxnSpPr>
          <p:cNvPr id="1214" name="Straight Arrow Connector 1213"/>
          <p:cNvCxnSpPr/>
          <p:nvPr/>
        </p:nvCxnSpPr>
        <p:spPr>
          <a:xfrm flipH="1">
            <a:off x="3172012" y="6309182"/>
            <a:ext cx="2" cy="2259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5" name="Straight Arrow Connector 1214"/>
          <p:cNvCxnSpPr/>
          <p:nvPr/>
        </p:nvCxnSpPr>
        <p:spPr>
          <a:xfrm flipH="1">
            <a:off x="3170725" y="6795733"/>
            <a:ext cx="2" cy="2259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6" name="Straight Arrow Connector 1215"/>
          <p:cNvCxnSpPr/>
          <p:nvPr/>
        </p:nvCxnSpPr>
        <p:spPr>
          <a:xfrm flipH="1">
            <a:off x="3170725" y="7233466"/>
            <a:ext cx="2" cy="2259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7" name="Straight Arrow Connector 1216"/>
          <p:cNvCxnSpPr/>
          <p:nvPr/>
        </p:nvCxnSpPr>
        <p:spPr>
          <a:xfrm flipH="1">
            <a:off x="3168394" y="8220451"/>
            <a:ext cx="2" cy="2259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8" name="Straight Arrow Connector 1217"/>
          <p:cNvCxnSpPr/>
          <p:nvPr/>
        </p:nvCxnSpPr>
        <p:spPr>
          <a:xfrm flipH="1">
            <a:off x="3168394" y="8706765"/>
            <a:ext cx="2" cy="2259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9" name="Straight Arrow Connector 1218"/>
          <p:cNvCxnSpPr/>
          <p:nvPr/>
        </p:nvCxnSpPr>
        <p:spPr>
          <a:xfrm flipH="1">
            <a:off x="3169203" y="9134134"/>
            <a:ext cx="2" cy="2259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132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715</TotalTime>
  <Words>99</Words>
  <Application>Microsoft Office PowerPoint</Application>
  <PresentationFormat>Custom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39</cp:revision>
  <dcterms:created xsi:type="dcterms:W3CDTF">2020-08-22T22:02:48Z</dcterms:created>
  <dcterms:modified xsi:type="dcterms:W3CDTF">2020-08-23T10:02:29Z</dcterms:modified>
</cp:coreProperties>
</file>